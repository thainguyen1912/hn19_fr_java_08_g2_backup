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3"/>
    <p:sldMasterId id="2147484023" r:id="rId4"/>
  </p:sldMasterIdLst>
  <p:notesMasterIdLst>
    <p:notesMasterId r:id="rId37"/>
  </p:notesMasterIdLst>
  <p:handoutMasterIdLst>
    <p:handoutMasterId r:id="rId38"/>
  </p:handoutMasterIdLst>
  <p:sldIdLst>
    <p:sldId id="264" r:id="rId5"/>
    <p:sldId id="353" r:id="rId6"/>
    <p:sldId id="347" r:id="rId7"/>
    <p:sldId id="352" r:id="rId8"/>
    <p:sldId id="354" r:id="rId9"/>
    <p:sldId id="395" r:id="rId10"/>
    <p:sldId id="396" r:id="rId11"/>
    <p:sldId id="394" r:id="rId12"/>
    <p:sldId id="365" r:id="rId13"/>
    <p:sldId id="374" r:id="rId14"/>
    <p:sldId id="376" r:id="rId15"/>
    <p:sldId id="377" r:id="rId16"/>
    <p:sldId id="379" r:id="rId17"/>
    <p:sldId id="380" r:id="rId18"/>
    <p:sldId id="381" r:id="rId19"/>
    <p:sldId id="382" r:id="rId20"/>
    <p:sldId id="383" r:id="rId21"/>
    <p:sldId id="384" r:id="rId22"/>
    <p:sldId id="385" r:id="rId23"/>
    <p:sldId id="386" r:id="rId24"/>
    <p:sldId id="387" r:id="rId25"/>
    <p:sldId id="388" r:id="rId26"/>
    <p:sldId id="389" r:id="rId27"/>
    <p:sldId id="390" r:id="rId28"/>
    <p:sldId id="392" r:id="rId29"/>
    <p:sldId id="393" r:id="rId30"/>
    <p:sldId id="336" r:id="rId31"/>
    <p:sldId id="329" r:id="rId32"/>
    <p:sldId id="346" r:id="rId33"/>
    <p:sldId id="330" r:id="rId34"/>
    <p:sldId id="359" r:id="rId35"/>
    <p:sldId id="324" r:id="rId36"/>
  </p:sldIdLst>
  <p:sldSz cx="9144000" cy="6858000" type="screen4x3"/>
  <p:notesSz cx="7315200" cy="9601200"/>
  <p:defaultTextStyle>
    <a:defPPr>
      <a:defRPr lang="en-US"/>
    </a:defPPr>
    <a:lvl1pPr algn="l" rtl="0" eaLnBrk="0" fontAlgn="base" hangingPunct="0">
      <a:spcBef>
        <a:spcPct val="0"/>
      </a:spcBef>
      <a:spcAft>
        <a:spcPct val="0"/>
      </a:spcAft>
      <a:defRPr sz="1000" i="1" kern="1200">
        <a:solidFill>
          <a:srgbClr val="5E93AE"/>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000" i="1" kern="1200">
        <a:solidFill>
          <a:srgbClr val="5E93AE"/>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000" i="1" kern="1200">
        <a:solidFill>
          <a:srgbClr val="5E93AE"/>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000" i="1" kern="1200">
        <a:solidFill>
          <a:srgbClr val="5E93AE"/>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000" i="1" kern="1200">
        <a:solidFill>
          <a:srgbClr val="5E93AE"/>
        </a:solidFill>
        <a:latin typeface="Arial" panose="020B0604020202020204" pitchFamily="34" charset="0"/>
        <a:ea typeface="+mn-ea"/>
        <a:cs typeface="Arial" panose="020B0604020202020204" pitchFamily="34" charset="0"/>
      </a:defRPr>
    </a:lvl5pPr>
    <a:lvl6pPr marL="2286000" algn="l" defTabSz="914400" rtl="0" eaLnBrk="1" latinLnBrk="0" hangingPunct="1">
      <a:defRPr sz="1000" i="1" kern="1200">
        <a:solidFill>
          <a:srgbClr val="5E93AE"/>
        </a:solidFill>
        <a:latin typeface="Arial" panose="020B0604020202020204" pitchFamily="34" charset="0"/>
        <a:ea typeface="+mn-ea"/>
        <a:cs typeface="Arial" panose="020B0604020202020204" pitchFamily="34" charset="0"/>
      </a:defRPr>
    </a:lvl6pPr>
    <a:lvl7pPr marL="2743200" algn="l" defTabSz="914400" rtl="0" eaLnBrk="1" latinLnBrk="0" hangingPunct="1">
      <a:defRPr sz="1000" i="1" kern="1200">
        <a:solidFill>
          <a:srgbClr val="5E93AE"/>
        </a:solidFill>
        <a:latin typeface="Arial" panose="020B0604020202020204" pitchFamily="34" charset="0"/>
        <a:ea typeface="+mn-ea"/>
        <a:cs typeface="Arial" panose="020B0604020202020204" pitchFamily="34" charset="0"/>
      </a:defRPr>
    </a:lvl7pPr>
    <a:lvl8pPr marL="3200400" algn="l" defTabSz="914400" rtl="0" eaLnBrk="1" latinLnBrk="0" hangingPunct="1">
      <a:defRPr sz="1000" i="1" kern="1200">
        <a:solidFill>
          <a:srgbClr val="5E93AE"/>
        </a:solidFill>
        <a:latin typeface="Arial" panose="020B0604020202020204" pitchFamily="34" charset="0"/>
        <a:ea typeface="+mn-ea"/>
        <a:cs typeface="Arial" panose="020B0604020202020204" pitchFamily="34" charset="0"/>
      </a:defRPr>
    </a:lvl8pPr>
    <a:lvl9pPr marL="3657600" algn="l" defTabSz="914400" rtl="0" eaLnBrk="1" latinLnBrk="0" hangingPunct="1">
      <a:defRPr sz="1000" i="1" kern="1200">
        <a:solidFill>
          <a:srgbClr val="5E93AE"/>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7817"/>
    <a:srgbClr val="4A93AE"/>
    <a:srgbClr val="5E93AE"/>
    <a:srgbClr val="E0EBF0"/>
    <a:srgbClr val="C7DAE3"/>
    <a:srgbClr val="EAEAEA"/>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434" autoAdjust="0"/>
  </p:normalViewPr>
  <p:slideViewPr>
    <p:cSldViewPr>
      <p:cViewPr varScale="1">
        <p:scale>
          <a:sx n="67" d="100"/>
          <a:sy n="67" d="100"/>
        </p:scale>
        <p:origin x="1096"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058"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48B850-5FEE-4076-A548-FF0CF4CF7C04}" type="doc">
      <dgm:prSet loTypeId="urn:microsoft.com/office/officeart/2005/8/layout/hProcess9" loCatId="process" qsTypeId="urn:microsoft.com/office/officeart/2005/8/quickstyle/simple1" qsCatId="simple" csTypeId="urn:microsoft.com/office/officeart/2005/8/colors/colorful5" csCatId="colorful" phldr="1"/>
      <dgm:spPr/>
      <dgm:t>
        <a:bodyPr/>
        <a:lstStyle/>
        <a:p>
          <a:endParaRPr lang="en-US"/>
        </a:p>
      </dgm:t>
    </dgm:pt>
    <dgm:pt modelId="{3A2D53D8-8C3B-4CCA-AF9C-78B09480373C}">
      <dgm:prSet custT="1"/>
      <dgm:spPr/>
      <dgm:t>
        <a:bodyPr/>
        <a:lstStyle/>
        <a:p>
          <a:pPr rtl="0"/>
          <a:r>
            <a:rPr lang="en-US" sz="2400" b="1" smtClean="0"/>
            <a:t>Concept: CM</a:t>
          </a:r>
          <a:endParaRPr lang="en-US" sz="2400" b="1"/>
        </a:p>
      </dgm:t>
    </dgm:pt>
    <dgm:pt modelId="{E95962D8-4245-46C1-BAE5-72B0B868A1E0}" type="parTrans" cxnId="{D8AC1446-3434-4EC5-95EA-22D37C328ACB}">
      <dgm:prSet/>
      <dgm:spPr/>
      <dgm:t>
        <a:bodyPr/>
        <a:lstStyle/>
        <a:p>
          <a:endParaRPr lang="en-US" b="1"/>
        </a:p>
      </dgm:t>
    </dgm:pt>
    <dgm:pt modelId="{103C1035-350A-4709-868F-C2FF5A6C37AB}" type="sibTrans" cxnId="{D8AC1446-3434-4EC5-95EA-22D37C328ACB}">
      <dgm:prSet/>
      <dgm:spPr/>
      <dgm:t>
        <a:bodyPr/>
        <a:lstStyle/>
        <a:p>
          <a:endParaRPr lang="en-US" b="1"/>
        </a:p>
      </dgm:t>
    </dgm:pt>
    <dgm:pt modelId="{1D422290-6EB3-45D5-860F-9F68D95DB74B}">
      <dgm:prSet custT="1"/>
      <dgm:spPr/>
      <dgm:t>
        <a:bodyPr/>
        <a:lstStyle/>
        <a:p>
          <a:pPr rtl="0"/>
          <a:r>
            <a:rPr lang="en-US" sz="2400" b="1" smtClean="0"/>
            <a:t>CM Process</a:t>
          </a:r>
          <a:endParaRPr lang="en-US" sz="2400" b="1"/>
        </a:p>
      </dgm:t>
    </dgm:pt>
    <dgm:pt modelId="{F024DFE5-2607-4B42-8141-12AE9D9A67F5}" type="parTrans" cxnId="{073AAF76-711C-4CB9-B73C-8EB6AF554AAE}">
      <dgm:prSet/>
      <dgm:spPr/>
      <dgm:t>
        <a:bodyPr/>
        <a:lstStyle/>
        <a:p>
          <a:endParaRPr lang="en-US" b="1"/>
        </a:p>
      </dgm:t>
    </dgm:pt>
    <dgm:pt modelId="{0507C217-2E4B-4CE3-9477-ED0F0F12DACA}" type="sibTrans" cxnId="{073AAF76-711C-4CB9-B73C-8EB6AF554AAE}">
      <dgm:prSet/>
      <dgm:spPr/>
      <dgm:t>
        <a:bodyPr/>
        <a:lstStyle/>
        <a:p>
          <a:endParaRPr lang="en-US" b="1"/>
        </a:p>
      </dgm:t>
    </dgm:pt>
    <dgm:pt modelId="{8FD39398-F2F8-4124-8EE1-0C1BD04C47EC}">
      <dgm:prSet custT="1"/>
      <dgm:spPr/>
      <dgm:t>
        <a:bodyPr/>
        <a:lstStyle/>
        <a:p>
          <a:pPr rtl="0"/>
          <a:r>
            <a:rPr lang="en-US" sz="2400" b="1" smtClean="0"/>
            <a:t>CM Terms</a:t>
          </a:r>
          <a:endParaRPr lang="en-US" sz="2400" b="1"/>
        </a:p>
      </dgm:t>
    </dgm:pt>
    <dgm:pt modelId="{6CEBF35D-DC93-4E86-88B1-088D16DF438D}" type="parTrans" cxnId="{E58C6EF8-4EA2-418A-A615-90A026B9CAD3}">
      <dgm:prSet/>
      <dgm:spPr/>
      <dgm:t>
        <a:bodyPr/>
        <a:lstStyle/>
        <a:p>
          <a:endParaRPr lang="en-US"/>
        </a:p>
      </dgm:t>
    </dgm:pt>
    <dgm:pt modelId="{30319D96-B79B-44C5-804F-7E32A778654A}" type="sibTrans" cxnId="{E58C6EF8-4EA2-418A-A615-90A026B9CAD3}">
      <dgm:prSet/>
      <dgm:spPr/>
      <dgm:t>
        <a:bodyPr/>
        <a:lstStyle/>
        <a:p>
          <a:endParaRPr lang="en-US"/>
        </a:p>
      </dgm:t>
    </dgm:pt>
    <dgm:pt modelId="{25179627-1F5E-4E42-B05D-AE2CB125F4E8}" type="pres">
      <dgm:prSet presAssocID="{5C48B850-5FEE-4076-A548-FF0CF4CF7C04}" presName="CompostProcess" presStyleCnt="0">
        <dgm:presLayoutVars>
          <dgm:dir/>
          <dgm:resizeHandles val="exact"/>
        </dgm:presLayoutVars>
      </dgm:prSet>
      <dgm:spPr/>
      <dgm:t>
        <a:bodyPr/>
        <a:lstStyle/>
        <a:p>
          <a:endParaRPr lang="en-US"/>
        </a:p>
      </dgm:t>
    </dgm:pt>
    <dgm:pt modelId="{A7D3E802-CBE4-4E16-9F58-D76EB0D69AEE}" type="pres">
      <dgm:prSet presAssocID="{5C48B850-5FEE-4076-A548-FF0CF4CF7C04}" presName="arrow" presStyleLbl="bgShp" presStyleIdx="0" presStyleCnt="1"/>
      <dgm:spPr/>
    </dgm:pt>
    <dgm:pt modelId="{13F3A110-8B3B-4A47-B91E-08B386754247}" type="pres">
      <dgm:prSet presAssocID="{5C48B850-5FEE-4076-A548-FF0CF4CF7C04}" presName="linearProcess" presStyleCnt="0"/>
      <dgm:spPr/>
    </dgm:pt>
    <dgm:pt modelId="{1B048700-9A19-4FAF-A636-F7C150A89EE8}" type="pres">
      <dgm:prSet presAssocID="{3A2D53D8-8C3B-4CCA-AF9C-78B09480373C}" presName="textNode" presStyleLbl="node1" presStyleIdx="0" presStyleCnt="3">
        <dgm:presLayoutVars>
          <dgm:bulletEnabled val="1"/>
        </dgm:presLayoutVars>
      </dgm:prSet>
      <dgm:spPr/>
      <dgm:t>
        <a:bodyPr/>
        <a:lstStyle/>
        <a:p>
          <a:endParaRPr lang="en-US"/>
        </a:p>
      </dgm:t>
    </dgm:pt>
    <dgm:pt modelId="{D66A31B1-E6D0-48DD-B33F-9AF9E1EE3439}" type="pres">
      <dgm:prSet presAssocID="{103C1035-350A-4709-868F-C2FF5A6C37AB}" presName="sibTrans" presStyleCnt="0"/>
      <dgm:spPr/>
    </dgm:pt>
    <dgm:pt modelId="{F430B662-2B52-4683-93FE-36B449F62DD2}" type="pres">
      <dgm:prSet presAssocID="{8FD39398-F2F8-4124-8EE1-0C1BD04C47EC}" presName="textNode" presStyleLbl="node1" presStyleIdx="1" presStyleCnt="3">
        <dgm:presLayoutVars>
          <dgm:bulletEnabled val="1"/>
        </dgm:presLayoutVars>
      </dgm:prSet>
      <dgm:spPr/>
      <dgm:t>
        <a:bodyPr/>
        <a:lstStyle/>
        <a:p>
          <a:endParaRPr lang="en-US"/>
        </a:p>
      </dgm:t>
    </dgm:pt>
    <dgm:pt modelId="{10C96766-F17C-4395-B566-29483193C60F}" type="pres">
      <dgm:prSet presAssocID="{30319D96-B79B-44C5-804F-7E32A778654A}" presName="sibTrans" presStyleCnt="0"/>
      <dgm:spPr/>
    </dgm:pt>
    <dgm:pt modelId="{CA7B7B15-C790-4B19-87AE-5BFFF9E6D6E5}" type="pres">
      <dgm:prSet presAssocID="{1D422290-6EB3-45D5-860F-9F68D95DB74B}" presName="textNode" presStyleLbl="node1" presStyleIdx="2" presStyleCnt="3">
        <dgm:presLayoutVars>
          <dgm:bulletEnabled val="1"/>
        </dgm:presLayoutVars>
      </dgm:prSet>
      <dgm:spPr/>
      <dgm:t>
        <a:bodyPr/>
        <a:lstStyle/>
        <a:p>
          <a:endParaRPr lang="en-US"/>
        </a:p>
      </dgm:t>
    </dgm:pt>
  </dgm:ptLst>
  <dgm:cxnLst>
    <dgm:cxn modelId="{63CE8933-CC86-4861-B47D-93809EE55D09}" type="presOf" srcId="{5C48B850-5FEE-4076-A548-FF0CF4CF7C04}" destId="{25179627-1F5E-4E42-B05D-AE2CB125F4E8}" srcOrd="0" destOrd="0" presId="urn:microsoft.com/office/officeart/2005/8/layout/hProcess9"/>
    <dgm:cxn modelId="{34FF3E1D-C86F-482D-9BCF-EA9B1F44BC77}" type="presOf" srcId="{3A2D53D8-8C3B-4CCA-AF9C-78B09480373C}" destId="{1B048700-9A19-4FAF-A636-F7C150A89EE8}" srcOrd="0" destOrd="0" presId="urn:microsoft.com/office/officeart/2005/8/layout/hProcess9"/>
    <dgm:cxn modelId="{E58C6EF8-4EA2-418A-A615-90A026B9CAD3}" srcId="{5C48B850-5FEE-4076-A548-FF0CF4CF7C04}" destId="{8FD39398-F2F8-4124-8EE1-0C1BD04C47EC}" srcOrd="1" destOrd="0" parTransId="{6CEBF35D-DC93-4E86-88B1-088D16DF438D}" sibTransId="{30319D96-B79B-44C5-804F-7E32A778654A}"/>
    <dgm:cxn modelId="{D8AC1446-3434-4EC5-95EA-22D37C328ACB}" srcId="{5C48B850-5FEE-4076-A548-FF0CF4CF7C04}" destId="{3A2D53D8-8C3B-4CCA-AF9C-78B09480373C}" srcOrd="0" destOrd="0" parTransId="{E95962D8-4245-46C1-BAE5-72B0B868A1E0}" sibTransId="{103C1035-350A-4709-868F-C2FF5A6C37AB}"/>
    <dgm:cxn modelId="{9DC93D07-B97C-43A5-932E-E31490867C40}" type="presOf" srcId="{8FD39398-F2F8-4124-8EE1-0C1BD04C47EC}" destId="{F430B662-2B52-4683-93FE-36B449F62DD2}" srcOrd="0" destOrd="0" presId="urn:microsoft.com/office/officeart/2005/8/layout/hProcess9"/>
    <dgm:cxn modelId="{073AAF76-711C-4CB9-B73C-8EB6AF554AAE}" srcId="{5C48B850-5FEE-4076-A548-FF0CF4CF7C04}" destId="{1D422290-6EB3-45D5-860F-9F68D95DB74B}" srcOrd="2" destOrd="0" parTransId="{F024DFE5-2607-4B42-8141-12AE9D9A67F5}" sibTransId="{0507C217-2E4B-4CE3-9477-ED0F0F12DACA}"/>
    <dgm:cxn modelId="{C49ED1D7-9876-4ECE-B0A7-4588271988B0}" type="presOf" srcId="{1D422290-6EB3-45D5-860F-9F68D95DB74B}" destId="{CA7B7B15-C790-4B19-87AE-5BFFF9E6D6E5}" srcOrd="0" destOrd="0" presId="urn:microsoft.com/office/officeart/2005/8/layout/hProcess9"/>
    <dgm:cxn modelId="{7F4E2F68-F013-4A50-8CFD-40C2400F8C09}" type="presParOf" srcId="{25179627-1F5E-4E42-B05D-AE2CB125F4E8}" destId="{A7D3E802-CBE4-4E16-9F58-D76EB0D69AEE}" srcOrd="0" destOrd="0" presId="urn:microsoft.com/office/officeart/2005/8/layout/hProcess9"/>
    <dgm:cxn modelId="{21961BB0-EA62-4F10-892E-8636B6CEE8BF}" type="presParOf" srcId="{25179627-1F5E-4E42-B05D-AE2CB125F4E8}" destId="{13F3A110-8B3B-4A47-B91E-08B386754247}" srcOrd="1" destOrd="0" presId="urn:microsoft.com/office/officeart/2005/8/layout/hProcess9"/>
    <dgm:cxn modelId="{7FB673D3-E162-4B11-9C3B-507A639F927E}" type="presParOf" srcId="{13F3A110-8B3B-4A47-B91E-08B386754247}" destId="{1B048700-9A19-4FAF-A636-F7C150A89EE8}" srcOrd="0" destOrd="0" presId="urn:microsoft.com/office/officeart/2005/8/layout/hProcess9"/>
    <dgm:cxn modelId="{9E42F41D-EF23-4F30-AF68-1D50C398E863}" type="presParOf" srcId="{13F3A110-8B3B-4A47-B91E-08B386754247}" destId="{D66A31B1-E6D0-48DD-B33F-9AF9E1EE3439}" srcOrd="1" destOrd="0" presId="urn:microsoft.com/office/officeart/2005/8/layout/hProcess9"/>
    <dgm:cxn modelId="{2500C764-EBD5-46CD-818B-614A33C55232}" type="presParOf" srcId="{13F3A110-8B3B-4A47-B91E-08B386754247}" destId="{F430B662-2B52-4683-93FE-36B449F62DD2}" srcOrd="2" destOrd="0" presId="urn:microsoft.com/office/officeart/2005/8/layout/hProcess9"/>
    <dgm:cxn modelId="{1D1CDF3F-35E9-4F3A-8F07-5761ACC817BF}" type="presParOf" srcId="{13F3A110-8B3B-4A47-B91E-08B386754247}" destId="{10C96766-F17C-4395-B566-29483193C60F}" srcOrd="3" destOrd="0" presId="urn:microsoft.com/office/officeart/2005/8/layout/hProcess9"/>
    <dgm:cxn modelId="{B877B321-C9CA-42AB-A635-0A79D554E83F}" type="presParOf" srcId="{13F3A110-8B3B-4A47-B91E-08B386754247}" destId="{CA7B7B15-C790-4B19-87AE-5BFFF9E6D6E5}" srcOrd="4"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3E802-CBE4-4E16-9F58-D76EB0D69AEE}">
      <dsp:nvSpPr>
        <dsp:cNvPr id="0" name=""/>
        <dsp:cNvSpPr/>
      </dsp:nvSpPr>
      <dsp:spPr>
        <a:xfrm>
          <a:off x="649476" y="0"/>
          <a:ext cx="7360734" cy="2232534"/>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48700-9A19-4FAF-A636-F7C150A89EE8}">
      <dsp:nvSpPr>
        <dsp:cNvPr id="0" name=""/>
        <dsp:cNvSpPr/>
      </dsp:nvSpPr>
      <dsp:spPr>
        <a:xfrm>
          <a:off x="0" y="669760"/>
          <a:ext cx="2597906" cy="89301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smtClean="0"/>
            <a:t>Concept: CM</a:t>
          </a:r>
          <a:endParaRPr lang="en-US" sz="2400" b="1" kern="1200"/>
        </a:p>
      </dsp:txBody>
      <dsp:txXfrm>
        <a:off x="43593" y="713353"/>
        <a:ext cx="2510720" cy="805827"/>
      </dsp:txXfrm>
    </dsp:sp>
    <dsp:sp modelId="{F430B662-2B52-4683-93FE-36B449F62DD2}">
      <dsp:nvSpPr>
        <dsp:cNvPr id="0" name=""/>
        <dsp:cNvSpPr/>
      </dsp:nvSpPr>
      <dsp:spPr>
        <a:xfrm>
          <a:off x="3030890" y="669760"/>
          <a:ext cx="2597906" cy="893013"/>
        </a:xfrm>
        <a:prstGeom prst="roundRect">
          <a:avLst/>
        </a:prstGeom>
        <a:solidFill>
          <a:schemeClr val="accent5">
            <a:hueOff val="2571418"/>
            <a:satOff val="5874"/>
            <a:lumOff val="-1627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smtClean="0"/>
            <a:t>CM Terms</a:t>
          </a:r>
          <a:endParaRPr lang="en-US" sz="2400" b="1" kern="1200"/>
        </a:p>
      </dsp:txBody>
      <dsp:txXfrm>
        <a:off x="3074483" y="713353"/>
        <a:ext cx="2510720" cy="805827"/>
      </dsp:txXfrm>
    </dsp:sp>
    <dsp:sp modelId="{CA7B7B15-C790-4B19-87AE-5BFFF9E6D6E5}">
      <dsp:nvSpPr>
        <dsp:cNvPr id="0" name=""/>
        <dsp:cNvSpPr/>
      </dsp:nvSpPr>
      <dsp:spPr>
        <a:xfrm>
          <a:off x="6061781" y="669760"/>
          <a:ext cx="2597906" cy="893013"/>
        </a:xfrm>
        <a:prstGeom prst="roundRect">
          <a:avLst/>
        </a:prstGeom>
        <a:solidFill>
          <a:schemeClr val="accent5">
            <a:hueOff val="5142836"/>
            <a:satOff val="11748"/>
            <a:lumOff val="-32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smtClean="0"/>
            <a:t>CM Process</a:t>
          </a:r>
          <a:endParaRPr lang="en-US" sz="2400" b="1" kern="1200"/>
        </a:p>
      </dsp:txBody>
      <dsp:txXfrm>
        <a:off x="6105374" y="713353"/>
        <a:ext cx="2510720" cy="8058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166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i="0">
                <a:solidFill>
                  <a:schemeClr val="tx1"/>
                </a:solidFill>
                <a:latin typeface="Arial" charset="0"/>
                <a:cs typeface="Arial" charset="0"/>
              </a:defRPr>
            </a:lvl1pPr>
          </a:lstStyle>
          <a:p>
            <a:pPr>
              <a:defRPr/>
            </a:pPr>
            <a:endParaRPr lang="ja-JP" altLang="en-US"/>
          </a:p>
        </p:txBody>
      </p:sp>
      <p:sp>
        <p:nvSpPr>
          <p:cNvPr id="24166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i="0">
                <a:solidFill>
                  <a:schemeClr val="tx1"/>
                </a:solidFill>
                <a:latin typeface="Arial" charset="0"/>
                <a:cs typeface="Arial" charset="0"/>
              </a:defRPr>
            </a:lvl1pPr>
          </a:lstStyle>
          <a:p>
            <a:pPr>
              <a:defRPr/>
            </a:pPr>
            <a:endParaRPr lang="ja-JP" altLang="en-US"/>
          </a:p>
        </p:txBody>
      </p:sp>
      <p:sp>
        <p:nvSpPr>
          <p:cNvPr id="24166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i="0">
                <a:solidFill>
                  <a:schemeClr val="tx1"/>
                </a:solidFill>
                <a:latin typeface="Arial" charset="0"/>
                <a:cs typeface="Arial" charset="0"/>
              </a:defRPr>
            </a:lvl1pPr>
          </a:lstStyle>
          <a:p>
            <a:pPr>
              <a:defRPr/>
            </a:pPr>
            <a:endParaRPr lang="ja-JP" altLang="en-US"/>
          </a:p>
        </p:txBody>
      </p:sp>
      <p:sp>
        <p:nvSpPr>
          <p:cNvPr id="24166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i="0">
                <a:solidFill>
                  <a:schemeClr val="tx1"/>
                </a:solidFill>
              </a:defRPr>
            </a:lvl1pPr>
          </a:lstStyle>
          <a:p>
            <a:pPr>
              <a:defRPr/>
            </a:pPr>
            <a:fld id="{D8639841-EAF9-454B-9374-D52D61FBA5D3}" type="slidenum">
              <a:rPr lang="ja-JP" altLang="en-US"/>
              <a:pPr>
                <a:defRPr/>
              </a:pPr>
              <a:t>‹#›</a:t>
            </a:fld>
            <a:endParaRPr lang="en-US" altLang="ja-JP"/>
          </a:p>
        </p:txBody>
      </p:sp>
    </p:spTree>
    <p:extLst>
      <p:ext uri="{BB962C8B-B14F-4D97-AF65-F5344CB8AC3E}">
        <p14:creationId xmlns:p14="http://schemas.microsoft.com/office/powerpoint/2010/main" val="9015733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1" hangingPunct="1">
              <a:defRPr sz="1300" i="0">
                <a:solidFill>
                  <a:schemeClr val="tx1"/>
                </a:solidFill>
                <a:latin typeface="Arial" charset="0"/>
                <a:cs typeface="Arial" charset="0"/>
              </a:defRPr>
            </a:lvl1pPr>
          </a:lstStyle>
          <a:p>
            <a:pPr>
              <a:defRPr/>
            </a:pPr>
            <a:endParaRPr lang="ja-JP" altLang="en-US"/>
          </a:p>
        </p:txBody>
      </p:sp>
      <p:sp>
        <p:nvSpPr>
          <p:cNvPr id="1536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1" hangingPunct="1">
              <a:defRPr sz="1300" i="0">
                <a:solidFill>
                  <a:schemeClr val="tx1"/>
                </a:solidFill>
                <a:latin typeface="Arial" charset="0"/>
                <a:cs typeface="Arial" charset="0"/>
              </a:defRPr>
            </a:lvl1pPr>
          </a:lstStyle>
          <a:p>
            <a:pPr>
              <a:defRPr/>
            </a:pPr>
            <a:endParaRPr lang="ja-JP" altLang="en-US"/>
          </a:p>
        </p:txBody>
      </p:sp>
      <p:sp>
        <p:nvSpPr>
          <p:cNvPr id="1843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536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1" hangingPunct="1">
              <a:defRPr sz="1300" i="0">
                <a:solidFill>
                  <a:schemeClr val="tx1"/>
                </a:solidFill>
                <a:latin typeface="Arial" charset="0"/>
                <a:cs typeface="Arial" charset="0"/>
              </a:defRPr>
            </a:lvl1pPr>
          </a:lstStyle>
          <a:p>
            <a:pPr>
              <a:defRPr/>
            </a:pPr>
            <a:endParaRPr lang="ja-JP" altLang="en-US"/>
          </a:p>
        </p:txBody>
      </p:sp>
      <p:sp>
        <p:nvSpPr>
          <p:cNvPr id="1536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1" hangingPunct="1">
              <a:defRPr sz="1300" i="0">
                <a:solidFill>
                  <a:schemeClr val="tx1"/>
                </a:solidFill>
              </a:defRPr>
            </a:lvl1pPr>
          </a:lstStyle>
          <a:p>
            <a:pPr>
              <a:defRPr/>
            </a:pPr>
            <a:fld id="{2A21F607-A160-4C3C-9C55-D78774CB800D}" type="slidenum">
              <a:rPr lang="ja-JP" altLang="en-US"/>
              <a:pPr>
                <a:defRPr/>
              </a:pPr>
              <a:t>‹#›</a:t>
            </a:fld>
            <a:endParaRPr lang="en-US" altLang="ja-JP"/>
          </a:p>
        </p:txBody>
      </p:sp>
    </p:spTree>
    <p:extLst>
      <p:ext uri="{BB962C8B-B14F-4D97-AF65-F5344CB8AC3E}">
        <p14:creationId xmlns:p14="http://schemas.microsoft.com/office/powerpoint/2010/main" val="32758457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1000" i="1">
                <a:solidFill>
                  <a:srgbClr val="5E93AE"/>
                </a:solidFill>
                <a:latin typeface="Arial" panose="020B0604020202020204" pitchFamily="34" charset="0"/>
                <a:cs typeface="Arial" panose="020B0604020202020204" pitchFamily="34" charset="0"/>
              </a:defRPr>
            </a:lvl1pPr>
            <a:lvl2pPr marL="742950" indent="-285750" defTabSz="966788">
              <a:defRPr sz="1000" i="1">
                <a:solidFill>
                  <a:srgbClr val="5E93AE"/>
                </a:solidFill>
                <a:latin typeface="Arial" panose="020B0604020202020204" pitchFamily="34" charset="0"/>
                <a:cs typeface="Arial" panose="020B0604020202020204" pitchFamily="34" charset="0"/>
              </a:defRPr>
            </a:lvl2pPr>
            <a:lvl3pPr marL="1143000" indent="-228600" defTabSz="966788">
              <a:defRPr sz="1000" i="1">
                <a:solidFill>
                  <a:srgbClr val="5E93AE"/>
                </a:solidFill>
                <a:latin typeface="Arial" panose="020B0604020202020204" pitchFamily="34" charset="0"/>
                <a:cs typeface="Arial" panose="020B0604020202020204" pitchFamily="34" charset="0"/>
              </a:defRPr>
            </a:lvl3pPr>
            <a:lvl4pPr marL="1600200" indent="-228600" defTabSz="966788">
              <a:defRPr sz="1000" i="1">
                <a:solidFill>
                  <a:srgbClr val="5E93AE"/>
                </a:solidFill>
                <a:latin typeface="Arial" panose="020B0604020202020204" pitchFamily="34" charset="0"/>
                <a:cs typeface="Arial" panose="020B0604020202020204" pitchFamily="34" charset="0"/>
              </a:defRPr>
            </a:lvl4pPr>
            <a:lvl5pPr marL="2057400" indent="-228600" defTabSz="966788">
              <a:defRPr sz="1000" i="1">
                <a:solidFill>
                  <a:srgbClr val="5E93AE"/>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fld id="{F87320D6-AD9B-4090-9746-28F67BA3662C}" type="slidenum">
              <a:rPr lang="ja-JP" altLang="en-US" sz="1300" i="0" smtClean="0">
                <a:solidFill>
                  <a:schemeClr val="tx1"/>
                </a:solidFill>
              </a:rPr>
              <a:pPr/>
              <a:t>5</a:t>
            </a:fld>
            <a:endParaRPr lang="en-US" altLang="ja-JP" sz="1300" i="0" smtClean="0">
              <a:solidFill>
                <a:schemeClr val="tx1"/>
              </a:solidFill>
            </a:endParaRPr>
          </a:p>
        </p:txBody>
      </p:sp>
    </p:spTree>
    <p:extLst>
      <p:ext uri="{BB962C8B-B14F-4D97-AF65-F5344CB8AC3E}">
        <p14:creationId xmlns:p14="http://schemas.microsoft.com/office/powerpoint/2010/main" val="154163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964C9ED-ED0A-4CD1-A6E5-1A5A64E1EAB0}"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35843"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A29765F-DE47-4DEB-9155-D870FA880CAB}" type="slidenum">
              <a:rPr lang="ja-JP" altLang="en-US" smtClean="0">
                <a:latin typeface="Times New Roman" panose="02020603050405020304" pitchFamily="18" charset="0"/>
              </a:rPr>
              <a:pPr>
                <a:spcBef>
                  <a:spcPct val="0"/>
                </a:spcBef>
              </a:pPr>
              <a:t>11</a:t>
            </a:fld>
            <a:endParaRPr lang="en-US" altLang="ja-JP" smtClean="0">
              <a:latin typeface="Times New Roman" panose="02020603050405020304" pitchFamily="18" charset="0"/>
            </a:endParaRPr>
          </a:p>
        </p:txBody>
      </p:sp>
      <p:sp>
        <p:nvSpPr>
          <p:cNvPr id="35844" name="Rectangle 1026"/>
          <p:cNvSpPr>
            <a:spLocks noGrp="1" noRot="1" noChangeAspect="1" noChangeArrowheads="1" noTextEdit="1"/>
          </p:cNvSpPr>
          <p:nvPr>
            <p:ph type="sldImg"/>
          </p:nvPr>
        </p:nvSpPr>
        <p:spPr>
          <a:ln/>
        </p:spPr>
      </p:sp>
      <p:sp>
        <p:nvSpPr>
          <p:cNvPr id="3584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latin typeface="Arial" panose="020B0604020202020204" pitchFamily="34" charset="0"/>
            </a:endParaRPr>
          </a:p>
        </p:txBody>
      </p:sp>
    </p:spTree>
    <p:extLst>
      <p:ext uri="{BB962C8B-B14F-4D97-AF65-F5344CB8AC3E}">
        <p14:creationId xmlns:p14="http://schemas.microsoft.com/office/powerpoint/2010/main" val="645838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AAAD520-FEAB-4A20-9D7E-978EB4EA996F}"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37891"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FBF2BCE-3CA0-47E3-8542-3CC596C90F59}" type="slidenum">
              <a:rPr lang="ja-JP" altLang="en-US" smtClean="0">
                <a:latin typeface="Times New Roman" panose="02020603050405020304" pitchFamily="18" charset="0"/>
              </a:rPr>
              <a:pPr>
                <a:spcBef>
                  <a:spcPct val="0"/>
                </a:spcBef>
              </a:pPr>
              <a:t>12</a:t>
            </a:fld>
            <a:endParaRPr lang="en-US" altLang="ja-JP" smtClean="0">
              <a:latin typeface="Times New Roman" panose="02020603050405020304" pitchFamily="18" charset="0"/>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smtClean="0">
              <a:latin typeface="Arial" panose="020B0604020202020204" pitchFamily="34" charset="0"/>
            </a:endParaRPr>
          </a:p>
        </p:txBody>
      </p:sp>
    </p:spTree>
    <p:extLst>
      <p:ext uri="{BB962C8B-B14F-4D97-AF65-F5344CB8AC3E}">
        <p14:creationId xmlns:p14="http://schemas.microsoft.com/office/powerpoint/2010/main" val="3779978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380B67C-7FF8-401B-B32E-7A9A9464EAC5}"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40963"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82FE86-6FE4-46EF-A07C-6D3774526403}" type="slidenum">
              <a:rPr lang="ja-JP" altLang="en-US" smtClean="0">
                <a:latin typeface="Times New Roman" panose="02020603050405020304" pitchFamily="18" charset="0"/>
              </a:rPr>
              <a:pPr>
                <a:spcBef>
                  <a:spcPct val="0"/>
                </a:spcBef>
              </a:pPr>
              <a:t>14</a:t>
            </a:fld>
            <a:endParaRPr lang="en-US" altLang="ja-JP" smtClean="0">
              <a:latin typeface="Times New Roman" panose="02020603050405020304" pitchFamily="18" charset="0"/>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smtClean="0">
                <a:latin typeface="Arial" panose="020B0604020202020204" pitchFamily="34" charset="0"/>
              </a:rPr>
              <a:t>We have 2 main objects of recruitment: those for management posts e.g. project managers or team leaders, and those for developer posts. For the 1st kind of objects we have exciting offers and talent seeking policy. E.g. we have and are continuously developing a database of s/w professionals in Hanoi. In case of need, we can recruit some of them for coming projects.</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For developer posts, we have recruitment program for top IT Universities.</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Moreover, in long run we have Centers for young outstanding students of IT and Science in Hanoi and HoChiMinh City.</a:t>
            </a:r>
          </a:p>
        </p:txBody>
      </p:sp>
    </p:spTree>
    <p:extLst>
      <p:ext uri="{BB962C8B-B14F-4D97-AF65-F5344CB8AC3E}">
        <p14:creationId xmlns:p14="http://schemas.microsoft.com/office/powerpoint/2010/main" val="3782218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AF73807-2E02-47D4-B525-07390B48CA51}"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43011"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E5849A-CBFD-49D1-94D3-CD035E1D7FD0}" type="slidenum">
              <a:rPr lang="ja-JP" altLang="en-US" smtClean="0">
                <a:latin typeface="Times New Roman" panose="02020603050405020304" pitchFamily="18" charset="0"/>
              </a:rPr>
              <a:pPr>
                <a:spcBef>
                  <a:spcPct val="0"/>
                </a:spcBef>
              </a:pPr>
              <a:t>15</a:t>
            </a:fld>
            <a:endParaRPr lang="en-US" altLang="ja-JP" smtClean="0">
              <a:latin typeface="Times New Roman" panose="02020603050405020304" pitchFamily="18" charset="0"/>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ja-JP" smtClean="0">
              <a:latin typeface="Arial" panose="020B0604020202020204" pitchFamily="34" charset="0"/>
            </a:endParaRPr>
          </a:p>
          <a:p>
            <a:pPr eaLnBrk="1" hangingPunct="1"/>
            <a:endParaRPr lang="en-US" altLang="ja-JP" smtClean="0">
              <a:latin typeface="Arial" panose="020B0604020202020204" pitchFamily="34" charset="0"/>
            </a:endParaRPr>
          </a:p>
          <a:p>
            <a:pPr eaLnBrk="1" hangingPunct="1"/>
            <a:endParaRPr lang="en-US" altLang="ja-JP" smtClean="0">
              <a:latin typeface="Arial" panose="020B0604020202020204" pitchFamily="34" charset="0"/>
            </a:endParaRPr>
          </a:p>
          <a:p>
            <a:pPr eaLnBrk="1" hangingPunct="1"/>
            <a:endParaRPr lang="en-US" altLang="ja-JP" smtClean="0">
              <a:latin typeface="Arial" panose="020B0604020202020204" pitchFamily="34" charset="0"/>
            </a:endParaRP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We have 2 main objects of recruitment: those for management posts e.g. project managers or team leaders, and those for developer posts. For the 1st kind of objects we have exciting offers and talent seeking policy. E.g. we have and are continuously developing a database of s/w professionals in Hanoi. In case of need, we can recruit some of them for coming projects.</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For developer posts, we have recruitment program for top IT Universities.</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Moreover, in long run we have Centers for young outstanding students of IT and Science in Hanoi and HoChiMinh City.</a:t>
            </a:r>
          </a:p>
        </p:txBody>
      </p:sp>
    </p:spTree>
    <p:extLst>
      <p:ext uri="{BB962C8B-B14F-4D97-AF65-F5344CB8AC3E}">
        <p14:creationId xmlns:p14="http://schemas.microsoft.com/office/powerpoint/2010/main" val="3318404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D87067-8BC3-43BF-8679-4333DC18DB2A}"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47107"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9964EF-C524-45AE-856B-613F21A6C929}" type="slidenum">
              <a:rPr lang="ja-JP" altLang="en-US" smtClean="0">
                <a:latin typeface="Times New Roman" panose="02020603050405020304" pitchFamily="18" charset="0"/>
              </a:rPr>
              <a:pPr>
                <a:spcBef>
                  <a:spcPct val="0"/>
                </a:spcBef>
              </a:pPr>
              <a:t>18</a:t>
            </a:fld>
            <a:endParaRPr lang="en-US" altLang="ja-JP" smtClean="0">
              <a:latin typeface="Times New Roman" panose="02020603050405020304" pitchFamily="18" charset="0"/>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smtClean="0">
                <a:latin typeface="Arial" panose="020B0604020202020204" pitchFamily="34" charset="0"/>
              </a:rPr>
              <a:t>Initial training program is to socialize newcomers. They will get familiar with FPT and FSOFT, s/w process, technology used here.</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Then they will do a project in team of 4-5 newcomers with team leader from FSOFT team leaders. The project obeys the development process in FSOFT.</a:t>
            </a:r>
          </a:p>
        </p:txBody>
      </p:sp>
    </p:spTree>
    <p:extLst>
      <p:ext uri="{BB962C8B-B14F-4D97-AF65-F5344CB8AC3E}">
        <p14:creationId xmlns:p14="http://schemas.microsoft.com/office/powerpoint/2010/main" val="1254581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r>
              <a:rPr lang="en-US" altLang="en-US" smtClean="0">
                <a:latin typeface="Arial" panose="020B0604020202020204" pitchFamily="34" charset="0"/>
              </a:rPr>
              <a:t>Major release: chỉ thay đổi khi cấu trúc, kiến trúc CI thay đổi. Hoặc thay đổi môi trường từ Develop </a:t>
            </a:r>
            <a:r>
              <a:rPr lang="en-US" altLang="en-US" smtClean="0">
                <a:latin typeface="Arial" panose="020B0604020202020204" pitchFamily="34" charset="0"/>
                <a:sym typeface="Wingdings" panose="05000000000000000000" pitchFamily="2" charset="2"/>
              </a:rPr>
              <a:t> Deploy  Release.</a:t>
            </a:r>
            <a:endParaRPr lang="en-US" altLang="en-US" smtClean="0">
              <a:latin typeface="Arial" panose="020B0604020202020204" pitchFamily="34" charset="0"/>
            </a:endParaRPr>
          </a:p>
          <a:p>
            <a:pPr marL="171450" indent="-171450">
              <a:buFontTx/>
              <a:buChar char="•"/>
            </a:pPr>
            <a:r>
              <a:rPr lang="en-US" altLang="en-US" smtClean="0">
                <a:latin typeface="Arial" panose="020B0604020202020204" pitchFamily="34" charset="0"/>
              </a:rPr>
              <a:t>Minor release: chỉ thay đổi chi có nội dung mới, chắc năng mới thêm vào.</a:t>
            </a:r>
          </a:p>
          <a:p>
            <a:pPr marL="171450" indent="-171450">
              <a:buFontTx/>
              <a:buChar char="•"/>
            </a:pPr>
            <a:r>
              <a:rPr lang="en-US" altLang="en-US" smtClean="0">
                <a:latin typeface="Arial" panose="020B0604020202020204" pitchFamily="34" charset="0"/>
              </a:rPr>
              <a:t>Hot fix: thay đổi khi có hot fix</a:t>
            </a:r>
          </a:p>
        </p:txBody>
      </p:sp>
      <p:sp>
        <p:nvSpPr>
          <p:cNvPr id="5427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5C8D1AA-8C44-44BD-A910-007965811961}"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5427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9A62048-0396-47C2-A0F3-0B8F4B73AA98}" type="slidenum">
              <a:rPr lang="ja-JP" altLang="en-US" smtClean="0">
                <a:latin typeface="Times New Roman" panose="02020603050405020304" pitchFamily="18" charset="0"/>
              </a:rPr>
              <a:pPr>
                <a:spcBef>
                  <a:spcPct val="0"/>
                </a:spcBef>
              </a:pPr>
              <a:t>24</a:t>
            </a:fld>
            <a:endParaRPr lang="en-US" altLang="ja-JP" smtClean="0">
              <a:latin typeface="Times New Roman" panose="02020603050405020304" pitchFamily="18" charset="0"/>
            </a:endParaRPr>
          </a:p>
        </p:txBody>
      </p:sp>
    </p:spTree>
    <p:extLst>
      <p:ext uri="{BB962C8B-B14F-4D97-AF65-F5344CB8AC3E}">
        <p14:creationId xmlns:p14="http://schemas.microsoft.com/office/powerpoint/2010/main" val="2247127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1"/>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5124009-8F0F-4074-ADF5-F503CEE0C318}" type="datetime1">
              <a:rPr lang="ja-JP" altLang="en-US" smtClean="0">
                <a:latin typeface="Times New Roman" panose="02020603050405020304" pitchFamily="18" charset="0"/>
                <a:cs typeface="Arial" panose="020B0604020202020204" pitchFamily="34" charset="0"/>
              </a:rPr>
              <a:pPr>
                <a:spcBef>
                  <a:spcPct val="0"/>
                </a:spcBef>
              </a:pPr>
              <a:t>2020/3/16</a:t>
            </a:fld>
            <a:endParaRPr lang="en-US" altLang="ja-JP" smtClean="0">
              <a:latin typeface="Times New Roman" panose="02020603050405020304" pitchFamily="18" charset="0"/>
              <a:cs typeface="Arial" panose="020B0604020202020204" pitchFamily="34" charset="0"/>
            </a:endParaRPr>
          </a:p>
        </p:txBody>
      </p:sp>
      <p:sp>
        <p:nvSpPr>
          <p:cNvPr id="56323" name="Rectangle 1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14D7532-2940-4B06-B614-9FEAB0AC2F47}" type="slidenum">
              <a:rPr lang="ja-JP" altLang="en-US" smtClean="0">
                <a:latin typeface="Times New Roman" panose="02020603050405020304" pitchFamily="18" charset="0"/>
              </a:rPr>
              <a:pPr>
                <a:spcBef>
                  <a:spcPct val="0"/>
                </a:spcBef>
              </a:pPr>
              <a:t>25</a:t>
            </a:fld>
            <a:endParaRPr lang="en-US" altLang="ja-JP" smtClean="0">
              <a:latin typeface="Times New Roman" panose="02020603050405020304" pitchFamily="18" charset="0"/>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ja-JP" smtClean="0">
                <a:latin typeface="Arial" panose="020B0604020202020204" pitchFamily="34" charset="0"/>
              </a:rPr>
              <a:t>Initial training program is to socialize newcomers. They will get familiar with FPT and FSOFT, s/w process, technology used here.</a:t>
            </a:r>
          </a:p>
          <a:p>
            <a:pPr eaLnBrk="1" hangingPunct="1"/>
            <a:endParaRPr lang="en-US" altLang="ja-JP" smtClean="0">
              <a:latin typeface="Arial" panose="020B0604020202020204" pitchFamily="34" charset="0"/>
            </a:endParaRPr>
          </a:p>
          <a:p>
            <a:pPr eaLnBrk="1" hangingPunct="1"/>
            <a:r>
              <a:rPr lang="en-US" altLang="ja-JP" smtClean="0">
                <a:latin typeface="Arial" panose="020B0604020202020204" pitchFamily="34" charset="0"/>
              </a:rPr>
              <a:t>Then they will do a project in team of 4-5 newcomers with team leader from FSOFT team leaders. The project obeys the development process in FSOFT.</a:t>
            </a:r>
          </a:p>
          <a:p>
            <a:pPr eaLnBrk="1" hangingPunct="1"/>
            <a:endParaRPr lang="en-US" altLang="ja-JP" smtClean="0">
              <a:latin typeface="Arial" panose="020B0604020202020204" pitchFamily="34" charset="0"/>
            </a:endParaRPr>
          </a:p>
          <a:p>
            <a:pPr eaLnBrk="1" hangingPunct="1"/>
            <a:r>
              <a:rPr lang="vi-VN" altLang="ja-JP" smtClean="0">
                <a:latin typeface="Arial" panose="020B0604020202020204" pitchFamily="34" charset="0"/>
              </a:rPr>
              <a:t>TCTD được định nghĩa là các sản phẩm và cần xác định ngày để xem xét và phê duyệt</a:t>
            </a:r>
            <a:endParaRPr lang="en-US" altLang="ja-JP" smtClean="0">
              <a:latin typeface="Arial" panose="020B0604020202020204" pitchFamily="34" charset="0"/>
            </a:endParaRPr>
          </a:p>
        </p:txBody>
      </p:sp>
    </p:spTree>
    <p:extLst>
      <p:ext uri="{BB962C8B-B14F-4D97-AF65-F5344CB8AC3E}">
        <p14:creationId xmlns:p14="http://schemas.microsoft.com/office/powerpoint/2010/main" val="2845807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44" descr="b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20"/>
          <p:cNvSpPr txBox="1">
            <a:spLocks noChangeArrowheads="1"/>
          </p:cNvSpPr>
          <p:nvPr userDrawn="1"/>
        </p:nvSpPr>
        <p:spPr bwMode="auto">
          <a:xfrm>
            <a:off x="3657600" y="6096000"/>
            <a:ext cx="1524000" cy="215900"/>
          </a:xfrm>
          <a:prstGeom prst="rect">
            <a:avLst/>
          </a:prstGeom>
          <a:noFill/>
          <a:ln w="9525">
            <a:noFill/>
            <a:miter lim="800000"/>
            <a:headEnd/>
            <a:tailEnd/>
          </a:ln>
          <a:effectLst/>
        </p:spPr>
        <p:txBody>
          <a:bodyP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gn="ctr">
              <a:lnSpc>
                <a:spcPct val="101000"/>
              </a:lnSpc>
              <a:spcBef>
                <a:spcPct val="50000"/>
              </a:spcBef>
              <a:defRPr/>
            </a:pPr>
            <a:fld id="{B629BD38-085C-464F-B1D5-97872882FF40}" type="slidenum">
              <a:rPr lang="ja-JP" altLang="en-US" sz="800" b="1" i="0" smtClean="0">
                <a:solidFill>
                  <a:schemeClr val="tx1"/>
                </a:solidFill>
                <a:ea typeface="ＭＳ Ｐゴシック" panose="020B0600070205080204" pitchFamily="34" charset="-128"/>
              </a:rPr>
              <a:pPr algn="ctr">
                <a:lnSpc>
                  <a:spcPct val="101000"/>
                </a:lnSpc>
                <a:spcBef>
                  <a:spcPct val="50000"/>
                </a:spcBef>
                <a:defRPr/>
              </a:pPr>
              <a:t>‹#›</a:t>
            </a:fld>
            <a:endParaRPr lang="en-US" altLang="ja-JP" sz="800" b="1" i="0" smtClean="0">
              <a:solidFill>
                <a:schemeClr val="tx1"/>
              </a:solidFill>
              <a:ea typeface="ＭＳ Ｐゴシック" panose="020B0600070205080204" pitchFamily="34" charset="-128"/>
            </a:endParaRPr>
          </a:p>
        </p:txBody>
      </p:sp>
      <p:sp>
        <p:nvSpPr>
          <p:cNvPr id="4" name="Text Box 40"/>
          <p:cNvSpPr txBox="1">
            <a:spLocks noChangeArrowheads="1"/>
          </p:cNvSpPr>
          <p:nvPr userDrawn="1"/>
        </p:nvSpPr>
        <p:spPr bwMode="auto">
          <a:xfrm>
            <a:off x="3581400" y="6324600"/>
            <a:ext cx="1905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nSpc>
                <a:spcPct val="101000"/>
              </a:lnSpc>
              <a:spcBef>
                <a:spcPct val="50000"/>
              </a:spcBef>
              <a:defRPr/>
            </a:pPr>
            <a:r>
              <a:rPr lang="en-US" altLang="en-US" sz="800" i="0" smtClean="0">
                <a:solidFill>
                  <a:schemeClr val="tx1"/>
                </a:solidFill>
              </a:rPr>
              <a:t>© Copyright 2009 FPT Software</a:t>
            </a:r>
          </a:p>
        </p:txBody>
      </p:sp>
    </p:spTree>
    <p:extLst>
      <p:ext uri="{BB962C8B-B14F-4D97-AF65-F5344CB8AC3E}">
        <p14:creationId xmlns:p14="http://schemas.microsoft.com/office/powerpoint/2010/main" val="12551518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1" y="12700"/>
            <a:ext cx="8839200" cy="790575"/>
          </a:xfrm>
        </p:spPr>
        <p:txBody>
          <a:bodyPr/>
          <a:lstStyle>
            <a:lvl1pPr algn="l">
              <a:defRPr sz="2800" b="1">
                <a:solidFill>
                  <a:srgbClr val="E77817"/>
                </a:solidFill>
              </a:defRPr>
            </a:lvl1pPr>
          </a:lstStyle>
          <a:p>
            <a:r>
              <a:rPr lang="en-US" smtClean="0"/>
              <a:t>Click to edit Master title style</a:t>
            </a:r>
            <a:endParaRPr lang="en-US"/>
          </a:p>
        </p:txBody>
      </p:sp>
      <p:sp>
        <p:nvSpPr>
          <p:cNvPr id="3" name="Content Placeholder 2"/>
          <p:cNvSpPr>
            <a:spLocks noGrp="1"/>
          </p:cNvSpPr>
          <p:nvPr>
            <p:ph idx="1"/>
          </p:nvPr>
        </p:nvSpPr>
        <p:spPr>
          <a:xfrm>
            <a:off x="152400" y="1076325"/>
            <a:ext cx="8839200" cy="4821238"/>
          </a:xfrm>
        </p:spPr>
        <p:txBody>
          <a:bodyPr/>
          <a:lstStyle>
            <a:lvl1pPr>
              <a:defRPr>
                <a:solidFill>
                  <a:schemeClr val="tx1">
                    <a:lumMod val="50000"/>
                  </a:schemeClr>
                </a:solidFill>
              </a:defRPr>
            </a:lvl1pPr>
            <a:lvl2pPr>
              <a:defRPr>
                <a:solidFill>
                  <a:schemeClr val="tx1">
                    <a:lumMod val="50000"/>
                  </a:schemeClr>
                </a:solidFill>
              </a:defRPr>
            </a:lvl2pPr>
            <a:lvl3pPr>
              <a:defRPr>
                <a:solidFill>
                  <a:schemeClr val="tx1">
                    <a:lumMod val="50000"/>
                  </a:schemeClr>
                </a:solidFill>
              </a:defRPr>
            </a:lvl3pPr>
            <a:lvl4pPr>
              <a:defRPr>
                <a:solidFill>
                  <a:schemeClr val="tx1">
                    <a:lumMod val="50000"/>
                  </a:schemeClr>
                </a:solidFill>
              </a:defRPr>
            </a:lvl4pPr>
            <a:lvl5pPr>
              <a:defRPr>
                <a:solidFill>
                  <a:schemeClr val="tx1">
                    <a:lumMod val="50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230266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2008886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85750" y="1076325"/>
            <a:ext cx="4200525" cy="4821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38675" y="1076325"/>
            <a:ext cx="4200525" cy="4821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30792322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4365458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119529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69831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4415629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8334576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2316815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9250" y="152400"/>
            <a:ext cx="2139950" cy="57451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76225" y="152400"/>
            <a:ext cx="6270625" cy="5745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127647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76225" y="152400"/>
            <a:ext cx="8562975" cy="79057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285750" y="1076325"/>
            <a:ext cx="8553450" cy="4821238"/>
          </a:xfrm>
        </p:spPr>
        <p:txBody>
          <a:bodyPr/>
          <a:lstStyle/>
          <a:p>
            <a:pPr lvl="0"/>
            <a:endParaRPr lang="en-US" noProof="0"/>
          </a:p>
        </p:txBody>
      </p:sp>
    </p:spTree>
    <p:extLst>
      <p:ext uri="{BB962C8B-B14F-4D97-AF65-F5344CB8AC3E}">
        <p14:creationId xmlns:p14="http://schemas.microsoft.com/office/powerpoint/2010/main" val="206799689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6"/>
          <p:cNvSpPr>
            <a:spLocks noChangeShapeType="1"/>
          </p:cNvSpPr>
          <p:nvPr/>
        </p:nvSpPr>
        <p:spPr bwMode="auto">
          <a:xfrm>
            <a:off x="304800" y="990600"/>
            <a:ext cx="8458200" cy="0"/>
          </a:xfrm>
          <a:prstGeom prst="line">
            <a:avLst/>
          </a:prstGeom>
          <a:noFill/>
          <a:ln w="9525">
            <a:solidFill>
              <a:srgbClr val="FC0128"/>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Line 7"/>
          <p:cNvSpPr>
            <a:spLocks noChangeShapeType="1"/>
          </p:cNvSpPr>
          <p:nvPr/>
        </p:nvSpPr>
        <p:spPr bwMode="auto">
          <a:xfrm>
            <a:off x="304800" y="6172200"/>
            <a:ext cx="8458200" cy="0"/>
          </a:xfrm>
          <a:prstGeom prst="line">
            <a:avLst/>
          </a:prstGeom>
          <a:noFill/>
          <a:ln w="9525">
            <a:solidFill>
              <a:srgbClr val="FC0128"/>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 name="Text Box 9"/>
          <p:cNvSpPr txBox="1">
            <a:spLocks noChangeArrowheads="1"/>
          </p:cNvSpPr>
          <p:nvPr userDrawn="1"/>
        </p:nvSpPr>
        <p:spPr bwMode="auto">
          <a:xfrm>
            <a:off x="57150" y="6559550"/>
            <a:ext cx="1562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a:defRPr/>
            </a:pPr>
            <a:r>
              <a:rPr kumimoji="0" lang="en-US" altLang="ja-JP" sz="1200" i="0" smtClean="0">
                <a:solidFill>
                  <a:srgbClr val="000000"/>
                </a:solidFill>
                <a:ea typeface="ＭＳ Ｐゴシック" pitchFamily="50" charset="-128"/>
                <a:cs typeface="+mn-cs"/>
              </a:rPr>
              <a:t>©</a:t>
            </a:r>
            <a:r>
              <a:rPr kumimoji="0" lang="en-US" altLang="ja-JP" sz="1000" i="0" smtClean="0">
                <a:solidFill>
                  <a:srgbClr val="000000"/>
                </a:solidFill>
                <a:ea typeface="ＭＳ Ｐゴシック" pitchFamily="50" charset="-128"/>
                <a:cs typeface="+mn-cs"/>
              </a:rPr>
              <a:t> 2005 FPT-SOFTWARE</a:t>
            </a:r>
          </a:p>
        </p:txBody>
      </p:sp>
      <p:sp>
        <p:nvSpPr>
          <p:cNvPr id="7" name="Text Box 10"/>
          <p:cNvSpPr txBox="1">
            <a:spLocks noChangeArrowheads="1"/>
          </p:cNvSpPr>
          <p:nvPr userDrawn="1"/>
        </p:nvSpPr>
        <p:spPr bwMode="auto">
          <a:xfrm>
            <a:off x="7062788" y="6565900"/>
            <a:ext cx="1887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itchFamily="18" charset="0"/>
              </a:defRPr>
            </a:lvl1pPr>
            <a:lvl2pPr marL="742950" indent="-285750">
              <a:defRPr kumimoji="1" sz="2400">
                <a:solidFill>
                  <a:schemeClr val="tx1"/>
                </a:solidFill>
                <a:latin typeface="Times New Roman" pitchFamily="18" charset="0"/>
              </a:defRPr>
            </a:lvl2pPr>
            <a:lvl3pPr marL="1143000" indent="-228600">
              <a:defRPr kumimoji="1" sz="2400">
                <a:solidFill>
                  <a:schemeClr val="tx1"/>
                </a:solidFill>
                <a:latin typeface="Times New Roman" pitchFamily="18" charset="0"/>
              </a:defRPr>
            </a:lvl3pPr>
            <a:lvl4pPr marL="1600200" indent="-228600">
              <a:defRPr kumimoji="1" sz="2400">
                <a:solidFill>
                  <a:schemeClr val="tx1"/>
                </a:solidFill>
                <a:latin typeface="Times New Roman" pitchFamily="18" charset="0"/>
              </a:defRPr>
            </a:lvl4pPr>
            <a:lvl5pPr marL="2057400" indent="-228600">
              <a:defRPr kumimoji="1" sz="2400">
                <a:solidFill>
                  <a:schemeClr val="tx1"/>
                </a:solidFill>
                <a:latin typeface="Times New Roman" pitchFamily="18" charset="0"/>
              </a:defRPr>
            </a:lvl5pPr>
            <a:lvl6pPr marL="2514600" indent="-228600" eaLnBrk="0" fontAlgn="base" hangingPunct="0">
              <a:spcBef>
                <a:spcPct val="0"/>
              </a:spcBef>
              <a:spcAft>
                <a:spcPct val="0"/>
              </a:spcAft>
              <a:defRPr kumimoji="1" sz="2400">
                <a:solidFill>
                  <a:schemeClr val="tx1"/>
                </a:solidFill>
                <a:latin typeface="Times New Roman" pitchFamily="18" charset="0"/>
              </a:defRPr>
            </a:lvl6pPr>
            <a:lvl7pPr marL="2971800" indent="-228600" eaLnBrk="0" fontAlgn="base" hangingPunct="0">
              <a:spcBef>
                <a:spcPct val="0"/>
              </a:spcBef>
              <a:spcAft>
                <a:spcPct val="0"/>
              </a:spcAft>
              <a:defRPr kumimoji="1" sz="2400">
                <a:solidFill>
                  <a:schemeClr val="tx1"/>
                </a:solidFill>
                <a:latin typeface="Times New Roman" pitchFamily="18" charset="0"/>
              </a:defRPr>
            </a:lvl7pPr>
            <a:lvl8pPr marL="3429000" indent="-228600" eaLnBrk="0" fontAlgn="base" hangingPunct="0">
              <a:spcBef>
                <a:spcPct val="0"/>
              </a:spcBef>
              <a:spcAft>
                <a:spcPct val="0"/>
              </a:spcAft>
              <a:defRPr kumimoji="1" sz="2400">
                <a:solidFill>
                  <a:schemeClr val="tx1"/>
                </a:solidFill>
                <a:latin typeface="Times New Roman" pitchFamily="18" charset="0"/>
              </a:defRPr>
            </a:lvl8pPr>
            <a:lvl9pPr marL="3886200" indent="-228600" eaLnBrk="0" fontAlgn="base" hangingPunct="0">
              <a:spcBef>
                <a:spcPct val="0"/>
              </a:spcBef>
              <a:spcAft>
                <a:spcPct val="0"/>
              </a:spcAft>
              <a:defRPr kumimoji="1" sz="2400">
                <a:solidFill>
                  <a:schemeClr val="tx1"/>
                </a:solidFill>
                <a:latin typeface="Times New Roman" pitchFamily="18" charset="0"/>
              </a:defRPr>
            </a:lvl9pPr>
          </a:lstStyle>
          <a:p>
            <a:pPr algn="ctr">
              <a:defRPr/>
            </a:pPr>
            <a:r>
              <a:rPr kumimoji="0" lang="en-US" altLang="ja-JP" sz="1000" i="0" smtClean="0">
                <a:solidFill>
                  <a:srgbClr val="000000"/>
                </a:solidFill>
                <a:latin typeface="Tahoma" pitchFamily="34" charset="0"/>
                <a:ea typeface="ＭＳ Ｐゴシック" pitchFamily="50" charset="-128"/>
                <a:cs typeface="+mn-cs"/>
              </a:rPr>
              <a:t>04e-BM/NS/HDCV/FSOFT v2.1</a:t>
            </a:r>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85750" y="49213"/>
            <a:ext cx="1406525"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2" name="Rectangle 2"/>
          <p:cNvSpPr>
            <a:spLocks noGrp="1" noChangeArrowheads="1"/>
          </p:cNvSpPr>
          <p:nvPr>
            <p:ph type="ctrTitle"/>
          </p:nvPr>
        </p:nvSpPr>
        <p:spPr>
          <a:xfrm>
            <a:off x="685800" y="2130425"/>
            <a:ext cx="7772400" cy="1470025"/>
          </a:xfrm>
        </p:spPr>
        <p:txBody>
          <a:bodyPr/>
          <a:lstStyle>
            <a:lvl1pPr algn="ctr">
              <a:defRPr sz="4000">
                <a:solidFill>
                  <a:srgbClr val="FF6600"/>
                </a:solidFill>
                <a:effectLst/>
                <a:latin typeface="Book Antiqua" panose="02040602050305030304" pitchFamily="18" charset="0"/>
              </a:defRPr>
            </a:lvl1pPr>
          </a:lstStyle>
          <a:p>
            <a:r>
              <a:rPr lang="en-US" altLang="ja-JP"/>
              <a:t>Click to edit Master title style</a:t>
            </a:r>
          </a:p>
        </p:txBody>
      </p:sp>
      <p:sp>
        <p:nvSpPr>
          <p:cNvPr id="61443" name="Rectangle 3"/>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sz="2000"/>
            </a:lvl1pPr>
          </a:lstStyle>
          <a:p>
            <a:r>
              <a:rPr lang="en-US" altLang="ja-JP"/>
              <a:t>Click to edit Master subtitle style</a:t>
            </a:r>
          </a:p>
        </p:txBody>
      </p:sp>
    </p:spTree>
    <p:extLst>
      <p:ext uri="{BB962C8B-B14F-4D97-AF65-F5344CB8AC3E}">
        <p14:creationId xmlns:p14="http://schemas.microsoft.com/office/powerpoint/2010/main" val="312680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03350" y="0"/>
            <a:ext cx="7524750" cy="990600"/>
          </a:xfrm>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lvl1pPr>
              <a:defRPr>
                <a:latin typeface="Candara" panose="020E0502030303020204" pitchFamily="34" charset="0"/>
              </a:defRPr>
            </a:lvl1pPr>
            <a:lvl2pPr>
              <a:defRPr>
                <a:latin typeface="Candara" panose="020E0502030303020204" pitchFamily="34" charset="0"/>
              </a:defRPr>
            </a:lvl2pPr>
            <a:lvl3pPr>
              <a:defRPr>
                <a:latin typeface="Candara" panose="020E0502030303020204" pitchFamily="34" charset="0"/>
              </a:defRPr>
            </a:lvl3pPr>
            <a:lvl4pPr>
              <a:defRPr>
                <a:latin typeface="Candara" panose="020E0502030303020204" pitchFamily="34" charset="0"/>
              </a:defRPr>
            </a:lvl4pPr>
            <a:lvl5pPr>
              <a:defRPr>
                <a:latin typeface="Candara" panose="020E05020303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5"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A5C050BE-7E69-4044-8C8B-EF25CD00C328}"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573890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5"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B1D860C1-C7D4-4C66-B4E7-A563E67A9AFE}"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479785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304800" y="1160463"/>
            <a:ext cx="4152900" cy="4932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4610100" y="1160463"/>
            <a:ext cx="4152900" cy="4932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6"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3ED7EF8E-4E51-4209-847D-39740EAB7B30}"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741574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8"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CAA0BBCA-AFB9-4F67-88E3-206907ACDD7D}"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1591063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4"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DA32B26F-019C-4856-B9C6-D60F4DE2008B}"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1788619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3"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AF2C3775-B4BA-4C27-A279-42DDF128CACD}"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129370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6"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DED5D84B-D1C6-4B18-AEA2-ACF99DB7ACC1}"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186878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6"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F0383687-C939-405A-8393-FC5A98658073}"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833780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5"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3AFF1A6E-28C4-4FEF-A510-7ECCF64520C1}"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6573933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228600"/>
            <a:ext cx="2114550" cy="5864225"/>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304800" y="228600"/>
            <a:ext cx="6191250" cy="58642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5"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FEC11E3B-78E3-4B7D-84B7-DCFE90D8AD71}"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11001078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403350" y="228600"/>
            <a:ext cx="7359650" cy="762000"/>
          </a:xfrm>
        </p:spPr>
        <p:txBody>
          <a:bodyPr/>
          <a:lstStyle/>
          <a:p>
            <a:r>
              <a:rPr lang="en-US" smtClean="0"/>
              <a:t>Click to edit Master title style</a:t>
            </a:r>
            <a:endParaRPr lang="vi-VN"/>
          </a:p>
        </p:txBody>
      </p:sp>
      <p:sp>
        <p:nvSpPr>
          <p:cNvPr id="3" name="Text Placeholder 2"/>
          <p:cNvSpPr>
            <a:spLocks noGrp="1"/>
          </p:cNvSpPr>
          <p:nvPr>
            <p:ph type="body" sz="half" idx="1"/>
          </p:nvPr>
        </p:nvSpPr>
        <p:spPr>
          <a:xfrm>
            <a:off x="304800" y="1160463"/>
            <a:ext cx="4152900" cy="49323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lipArt Placeholder 3"/>
          <p:cNvSpPr>
            <a:spLocks noGrp="1"/>
          </p:cNvSpPr>
          <p:nvPr>
            <p:ph type="clipArt" sz="half" idx="2"/>
          </p:nvPr>
        </p:nvSpPr>
        <p:spPr>
          <a:xfrm>
            <a:off x="4610100" y="1160463"/>
            <a:ext cx="4152900" cy="4932362"/>
          </a:xfrm>
        </p:spPr>
        <p:txBody>
          <a:bodyPr/>
          <a:lstStyle/>
          <a:p>
            <a:pPr lvl="0"/>
            <a:endParaRPr lang="vi-VN" noProof="0" smtClean="0"/>
          </a:p>
        </p:txBody>
      </p:sp>
      <p:sp>
        <p:nvSpPr>
          <p:cNvPr id="5"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6"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6FCDA471-BE10-42CD-9221-276446904DFA}"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6681682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403350" y="228600"/>
            <a:ext cx="7359650" cy="762000"/>
          </a:xfrm>
        </p:spPr>
        <p:txBody>
          <a:bodyPr/>
          <a:lstStyle/>
          <a:p>
            <a:r>
              <a:rPr lang="en-US" smtClean="0"/>
              <a:t>Click to edit Master title style</a:t>
            </a:r>
            <a:endParaRPr lang="vi-VN"/>
          </a:p>
        </p:txBody>
      </p:sp>
      <p:sp>
        <p:nvSpPr>
          <p:cNvPr id="3" name="ClipArt Placeholder 2"/>
          <p:cNvSpPr>
            <a:spLocks noGrp="1"/>
          </p:cNvSpPr>
          <p:nvPr>
            <p:ph type="clipArt" sz="half" idx="1"/>
          </p:nvPr>
        </p:nvSpPr>
        <p:spPr>
          <a:xfrm>
            <a:off x="304800" y="1160463"/>
            <a:ext cx="4152900" cy="4932362"/>
          </a:xfrm>
        </p:spPr>
        <p:txBody>
          <a:bodyPr/>
          <a:lstStyle>
            <a:lvl1pPr>
              <a:defRPr>
                <a:latin typeface="Candara" panose="020E0502030303020204" pitchFamily="34" charset="0"/>
              </a:defRPr>
            </a:lvl1pPr>
          </a:lstStyle>
          <a:p>
            <a:pPr lvl="0"/>
            <a:endParaRPr lang="vi-VN" noProof="0" smtClean="0"/>
          </a:p>
        </p:txBody>
      </p:sp>
      <p:sp>
        <p:nvSpPr>
          <p:cNvPr id="4" name="Text Placeholder 3"/>
          <p:cNvSpPr>
            <a:spLocks noGrp="1"/>
          </p:cNvSpPr>
          <p:nvPr>
            <p:ph type="body" sz="half" idx="2"/>
          </p:nvPr>
        </p:nvSpPr>
        <p:spPr>
          <a:xfrm>
            <a:off x="4610100" y="1160463"/>
            <a:ext cx="4152900" cy="4932362"/>
          </a:xfrm>
        </p:spPr>
        <p:txBody>
          <a:bodyPr/>
          <a:lstStyle>
            <a:lvl1pPr>
              <a:defRPr>
                <a:latin typeface="Candara" panose="020E0502030303020204" pitchFamily="34" charset="0"/>
              </a:defRPr>
            </a:lvl1pPr>
            <a:lvl2pPr>
              <a:defRPr>
                <a:latin typeface="Candara" panose="020E0502030303020204" pitchFamily="34" charset="0"/>
              </a:defRPr>
            </a:lvl2pPr>
            <a:lvl3pPr>
              <a:defRPr>
                <a:latin typeface="Candara" panose="020E0502030303020204" pitchFamily="34" charset="0"/>
              </a:defRPr>
            </a:lvl3pPr>
            <a:lvl4pPr>
              <a:defRPr>
                <a:latin typeface="Candara" panose="020E0502030303020204" pitchFamily="34" charset="0"/>
              </a:defRPr>
            </a:lvl4pPr>
            <a:lvl5pPr>
              <a:defRPr>
                <a:latin typeface="Candara" panose="020E05020303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6"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7CD5B42E-32DC-4FE8-BD04-E8D9EB0267E3}"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19399437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403350" y="228600"/>
            <a:ext cx="7359650" cy="762000"/>
          </a:xfrm>
        </p:spPr>
        <p:txBody>
          <a:bodyPr/>
          <a:lstStyle/>
          <a:p>
            <a:r>
              <a:rPr lang="en-US" smtClean="0"/>
              <a:t>Click to edit Master title style</a:t>
            </a:r>
            <a:endParaRPr lang="vi-VN"/>
          </a:p>
        </p:txBody>
      </p:sp>
      <p:sp>
        <p:nvSpPr>
          <p:cNvPr id="3" name="Table Placeholder 2"/>
          <p:cNvSpPr>
            <a:spLocks noGrp="1"/>
          </p:cNvSpPr>
          <p:nvPr>
            <p:ph type="tbl" idx="1"/>
          </p:nvPr>
        </p:nvSpPr>
        <p:spPr>
          <a:xfrm>
            <a:off x="304800" y="1160463"/>
            <a:ext cx="8458200" cy="4932362"/>
          </a:xfrm>
        </p:spPr>
        <p:txBody>
          <a:bodyPr/>
          <a:lstStyle/>
          <a:p>
            <a:pPr lvl="0"/>
            <a:endParaRPr lang="vi-VN" noProof="0" smtClean="0"/>
          </a:p>
        </p:txBody>
      </p:sp>
      <p:sp>
        <p:nvSpPr>
          <p:cNvPr id="4" name="Rectangle 5"/>
          <p:cNvSpPr>
            <a:spLocks noGrp="1" noChangeArrowheads="1"/>
          </p:cNvSpPr>
          <p:nvPr>
            <p:ph type="ftr" sz="quarter" idx="10"/>
          </p:nvPr>
        </p:nvSpPr>
        <p:spPr/>
        <p:txBody>
          <a:bodyPr/>
          <a:lstStyle>
            <a:lvl1pPr>
              <a:defRPr kumimoji="0" i="1">
                <a:cs typeface="Arial" panose="020B0604020202020204" pitchFamily="34" charset="0"/>
              </a:defRPr>
            </a:lvl1pPr>
          </a:lstStyle>
          <a:p>
            <a:pPr>
              <a:defRPr/>
            </a:pPr>
            <a:r>
              <a:rPr lang="en-US" altLang="ja-JP"/>
              <a:t>FPT-Software Training Materials</a:t>
            </a:r>
          </a:p>
        </p:txBody>
      </p:sp>
      <p:sp>
        <p:nvSpPr>
          <p:cNvPr id="5" name="Rectangle 6"/>
          <p:cNvSpPr>
            <a:spLocks noGrp="1" noChangeArrowheads="1"/>
          </p:cNvSpPr>
          <p:nvPr>
            <p:ph type="sldNum" sz="quarter" idx="11"/>
          </p:nvPr>
        </p:nvSpPr>
        <p:spPr/>
        <p:txBody>
          <a:bodyPr/>
          <a:lstStyle>
            <a:lvl1pPr>
              <a:defRPr kumimoji="0" i="1">
                <a:latin typeface="Arial" panose="020B0604020202020204" pitchFamily="34" charset="0"/>
              </a:defRPr>
            </a:lvl1pPr>
          </a:lstStyle>
          <a:p>
            <a:pPr>
              <a:defRPr/>
            </a:pPr>
            <a:r>
              <a:rPr lang="ja-JP" altLang="en-US"/>
              <a:t> </a:t>
            </a:r>
            <a:fld id="{3DA2E667-6336-403A-BC5E-0BE579C3E118}"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Tree>
    <p:extLst>
      <p:ext uri="{BB962C8B-B14F-4D97-AF65-F5344CB8AC3E}">
        <p14:creationId xmlns:p14="http://schemas.microsoft.com/office/powerpoint/2010/main" val="22220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4.png"/><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0" descr="B3"/>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4078288"/>
            <a:ext cx="9144000" cy="277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ChangeArrowheads="1"/>
          </p:cNvSpPr>
          <p:nvPr/>
        </p:nvSpPr>
        <p:spPr bwMode="auto">
          <a:xfrm>
            <a:off x="-760413" y="0"/>
            <a:ext cx="914400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gn="r">
              <a:defRPr/>
            </a:pPr>
            <a:endParaRPr lang="ja-JP" altLang="en-US" smtClean="0">
              <a:ea typeface="ＭＳ Ｐゴシック" panose="020B0600070205080204" pitchFamily="34" charset="-128"/>
            </a:endParaRPr>
          </a:p>
        </p:txBody>
      </p:sp>
      <p:sp>
        <p:nvSpPr>
          <p:cNvPr id="1028" name="Rectangle 4"/>
          <p:cNvSpPr>
            <a:spLocks noGrp="1" noChangeArrowheads="1"/>
          </p:cNvSpPr>
          <p:nvPr>
            <p:ph type="title"/>
          </p:nvPr>
        </p:nvSpPr>
        <p:spPr bwMode="auto">
          <a:xfrm>
            <a:off x="276225" y="152400"/>
            <a:ext cx="85629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ja-JP" smtClean="0"/>
              <a:t>Click to edit Master title style</a:t>
            </a:r>
          </a:p>
        </p:txBody>
      </p:sp>
      <p:sp>
        <p:nvSpPr>
          <p:cNvPr id="1029" name="Rectangle 5"/>
          <p:cNvSpPr>
            <a:spLocks noGrp="1" noChangeArrowheads="1"/>
          </p:cNvSpPr>
          <p:nvPr>
            <p:ph type="body" idx="1"/>
          </p:nvPr>
        </p:nvSpPr>
        <p:spPr bwMode="auto">
          <a:xfrm>
            <a:off x="285750" y="1076325"/>
            <a:ext cx="8553450" cy="482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p>
        </p:txBody>
      </p:sp>
      <p:sp>
        <p:nvSpPr>
          <p:cNvPr id="4110" name="Text Box 14"/>
          <p:cNvSpPr txBox="1">
            <a:spLocks noChangeArrowheads="1"/>
          </p:cNvSpPr>
          <p:nvPr userDrawn="1"/>
        </p:nvSpPr>
        <p:spPr bwMode="auto">
          <a:xfrm>
            <a:off x="6829425" y="6229350"/>
            <a:ext cx="1524000" cy="215900"/>
          </a:xfrm>
          <a:prstGeom prst="rect">
            <a:avLst/>
          </a:prstGeom>
          <a:noFill/>
          <a:ln w="9525">
            <a:noFill/>
            <a:miter lim="800000"/>
            <a:headEnd/>
            <a:tailEnd/>
          </a:ln>
          <a:effectLst/>
        </p:spPr>
        <p:txBody>
          <a:bodyP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gn="ctr">
              <a:lnSpc>
                <a:spcPct val="101000"/>
              </a:lnSpc>
              <a:spcBef>
                <a:spcPct val="50000"/>
              </a:spcBef>
              <a:defRPr/>
            </a:pPr>
            <a:fld id="{EE24E5BA-5FA4-42F9-BEE4-61C5FC2ED133}" type="slidenum">
              <a:rPr lang="ja-JP" altLang="en-US" sz="800" b="1" i="0" smtClean="0">
                <a:solidFill>
                  <a:schemeClr val="tx1"/>
                </a:solidFill>
                <a:ea typeface="ＭＳ Ｐゴシック" panose="020B0600070205080204" pitchFamily="34" charset="-128"/>
              </a:rPr>
              <a:pPr algn="ctr">
                <a:lnSpc>
                  <a:spcPct val="101000"/>
                </a:lnSpc>
                <a:spcBef>
                  <a:spcPct val="50000"/>
                </a:spcBef>
                <a:defRPr/>
              </a:pPr>
              <a:t>‹#›</a:t>
            </a:fld>
            <a:endParaRPr lang="en-US" altLang="ja-JP" sz="800" b="1" i="0" smtClean="0">
              <a:solidFill>
                <a:schemeClr val="tx1"/>
              </a:solidFill>
              <a:ea typeface="ＭＳ Ｐゴシック" panose="020B0600070205080204" pitchFamily="34" charset="-128"/>
            </a:endParaRPr>
          </a:p>
        </p:txBody>
      </p:sp>
      <p:sp>
        <p:nvSpPr>
          <p:cNvPr id="1031" name="Text Box 16"/>
          <p:cNvSpPr txBox="1">
            <a:spLocks noChangeArrowheads="1"/>
          </p:cNvSpPr>
          <p:nvPr userDrawn="1"/>
        </p:nvSpPr>
        <p:spPr bwMode="auto">
          <a:xfrm>
            <a:off x="190500" y="6257925"/>
            <a:ext cx="1905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nSpc>
                <a:spcPct val="101000"/>
              </a:lnSpc>
              <a:spcBef>
                <a:spcPct val="50000"/>
              </a:spcBef>
              <a:defRPr/>
            </a:pPr>
            <a:r>
              <a:rPr lang="en-US" altLang="en-US" sz="800" i="0" smtClean="0">
                <a:solidFill>
                  <a:schemeClr val="bg2"/>
                </a:solidFill>
              </a:rPr>
              <a:t>© Copyright 2008 FPT Software</a:t>
            </a:r>
          </a:p>
        </p:txBody>
      </p:sp>
      <p:sp>
        <p:nvSpPr>
          <p:cNvPr id="1032" name="Text Box 20"/>
          <p:cNvSpPr txBox="1">
            <a:spLocks noChangeArrowheads="1"/>
          </p:cNvSpPr>
          <p:nvPr userDrawn="1"/>
        </p:nvSpPr>
        <p:spPr bwMode="auto">
          <a:xfrm>
            <a:off x="7620000" y="5988050"/>
            <a:ext cx="1295400"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pPr algn="r">
              <a:spcBef>
                <a:spcPct val="50000"/>
              </a:spcBef>
              <a:defRPr/>
            </a:pPr>
            <a:r>
              <a:rPr lang="en-US" altLang="en-US" sz="600" i="0" smtClean="0">
                <a:solidFill>
                  <a:schemeClr val="bg2"/>
                </a:solidFill>
              </a:rPr>
              <a:t>FPT SOFTWARE OVERVIEW</a:t>
            </a:r>
          </a:p>
        </p:txBody>
      </p:sp>
    </p:spTree>
  </p:cSld>
  <p:clrMap bg1="lt1" tx1="dk1" bg2="lt2" tx2="dk2" accent1="accent1" accent2="accent2" accent3="accent3" accent4="accent4" accent5="accent5" accent6="accent6" hlink="hlink" folHlink="folHlink"/>
  <p:sldLayoutIdLst>
    <p:sldLayoutId id="2147484802" r:id="rId1"/>
    <p:sldLayoutId id="2147484791" r:id="rId2"/>
    <p:sldLayoutId id="2147484792" r:id="rId3"/>
    <p:sldLayoutId id="2147484793" r:id="rId4"/>
    <p:sldLayoutId id="2147484794" r:id="rId5"/>
    <p:sldLayoutId id="2147484795" r:id="rId6"/>
    <p:sldLayoutId id="2147484796" r:id="rId7"/>
    <p:sldLayoutId id="2147484797" r:id="rId8"/>
    <p:sldLayoutId id="2147484798" r:id="rId9"/>
    <p:sldLayoutId id="2147484799" r:id="rId10"/>
    <p:sldLayoutId id="2147484800" r:id="rId11"/>
    <p:sldLayoutId id="2147484801" r:id="rId12"/>
  </p:sldLayoutIdLst>
  <p:transition/>
  <p:txStyles>
    <p:titleStyle>
      <a:lvl1pPr algn="ctr" rtl="0" eaLnBrk="0" fontAlgn="base" hangingPunct="0">
        <a:spcBef>
          <a:spcPct val="0"/>
        </a:spcBef>
        <a:spcAft>
          <a:spcPct val="0"/>
        </a:spcAft>
        <a:defRPr sz="2600">
          <a:solidFill>
            <a:srgbClr val="5E7AA1"/>
          </a:solidFill>
          <a:latin typeface="+mj-lt"/>
          <a:ea typeface="+mj-ea"/>
          <a:cs typeface="+mj-cs"/>
        </a:defRPr>
      </a:lvl1pPr>
      <a:lvl2pPr algn="ctr" rtl="0" eaLnBrk="0" fontAlgn="base" hangingPunct="0">
        <a:spcBef>
          <a:spcPct val="0"/>
        </a:spcBef>
        <a:spcAft>
          <a:spcPct val="0"/>
        </a:spcAft>
        <a:defRPr sz="2600">
          <a:solidFill>
            <a:srgbClr val="5E7AA1"/>
          </a:solidFill>
          <a:latin typeface="Arial" charset="0"/>
        </a:defRPr>
      </a:lvl2pPr>
      <a:lvl3pPr algn="ctr" rtl="0" eaLnBrk="0" fontAlgn="base" hangingPunct="0">
        <a:spcBef>
          <a:spcPct val="0"/>
        </a:spcBef>
        <a:spcAft>
          <a:spcPct val="0"/>
        </a:spcAft>
        <a:defRPr sz="2600">
          <a:solidFill>
            <a:srgbClr val="5E7AA1"/>
          </a:solidFill>
          <a:latin typeface="Arial" charset="0"/>
        </a:defRPr>
      </a:lvl3pPr>
      <a:lvl4pPr algn="ctr" rtl="0" eaLnBrk="0" fontAlgn="base" hangingPunct="0">
        <a:spcBef>
          <a:spcPct val="0"/>
        </a:spcBef>
        <a:spcAft>
          <a:spcPct val="0"/>
        </a:spcAft>
        <a:defRPr sz="2600">
          <a:solidFill>
            <a:srgbClr val="5E7AA1"/>
          </a:solidFill>
          <a:latin typeface="Arial" charset="0"/>
        </a:defRPr>
      </a:lvl4pPr>
      <a:lvl5pPr algn="ctr" rtl="0" eaLnBrk="0" fontAlgn="base" hangingPunct="0">
        <a:spcBef>
          <a:spcPct val="0"/>
        </a:spcBef>
        <a:spcAft>
          <a:spcPct val="0"/>
        </a:spcAft>
        <a:defRPr sz="2600">
          <a:solidFill>
            <a:srgbClr val="5E7AA1"/>
          </a:solidFill>
          <a:latin typeface="Arial" charset="0"/>
        </a:defRPr>
      </a:lvl5pPr>
      <a:lvl6pPr marL="457200" algn="ctr" rtl="0" eaLnBrk="0" fontAlgn="base" hangingPunct="0">
        <a:spcBef>
          <a:spcPct val="0"/>
        </a:spcBef>
        <a:spcAft>
          <a:spcPct val="0"/>
        </a:spcAft>
        <a:defRPr sz="2600">
          <a:solidFill>
            <a:srgbClr val="5E7AA1"/>
          </a:solidFill>
          <a:latin typeface="Arial" charset="0"/>
        </a:defRPr>
      </a:lvl6pPr>
      <a:lvl7pPr marL="914400" algn="ctr" rtl="0" eaLnBrk="0" fontAlgn="base" hangingPunct="0">
        <a:spcBef>
          <a:spcPct val="0"/>
        </a:spcBef>
        <a:spcAft>
          <a:spcPct val="0"/>
        </a:spcAft>
        <a:defRPr sz="2600">
          <a:solidFill>
            <a:srgbClr val="5E7AA1"/>
          </a:solidFill>
          <a:latin typeface="Arial" charset="0"/>
        </a:defRPr>
      </a:lvl7pPr>
      <a:lvl8pPr marL="1371600" algn="ctr" rtl="0" eaLnBrk="0" fontAlgn="base" hangingPunct="0">
        <a:spcBef>
          <a:spcPct val="0"/>
        </a:spcBef>
        <a:spcAft>
          <a:spcPct val="0"/>
        </a:spcAft>
        <a:defRPr sz="2600">
          <a:solidFill>
            <a:srgbClr val="5E7AA1"/>
          </a:solidFill>
          <a:latin typeface="Arial" charset="0"/>
        </a:defRPr>
      </a:lvl8pPr>
      <a:lvl9pPr marL="1828800" algn="ctr" rtl="0" eaLnBrk="0" fontAlgn="base" hangingPunct="0">
        <a:spcBef>
          <a:spcPct val="0"/>
        </a:spcBef>
        <a:spcAft>
          <a:spcPct val="0"/>
        </a:spcAft>
        <a:defRPr sz="2600">
          <a:solidFill>
            <a:srgbClr val="5E7AA1"/>
          </a:solidFill>
          <a:latin typeface="Arial" charset="0"/>
        </a:defRPr>
      </a:lvl9pPr>
    </p:titleStyle>
    <p:bodyStyle>
      <a:lvl1pPr marL="228600" indent="-228600" algn="l" rtl="0" eaLnBrk="0" fontAlgn="base" hangingPunct="0">
        <a:lnSpc>
          <a:spcPct val="90000"/>
        </a:lnSpc>
        <a:spcBef>
          <a:spcPct val="40000"/>
        </a:spcBef>
        <a:spcAft>
          <a:spcPct val="0"/>
        </a:spcAft>
        <a:buClr>
          <a:srgbClr val="E77817"/>
        </a:buClr>
        <a:buSzPct val="120000"/>
        <a:buFont typeface="Arial" panose="020B0604020202020204" pitchFamily="34" charset="0"/>
        <a:buChar char="»"/>
        <a:defRPr sz="1900">
          <a:solidFill>
            <a:schemeClr val="tx1"/>
          </a:solidFill>
          <a:latin typeface="+mn-lt"/>
          <a:ea typeface="+mn-ea"/>
          <a:cs typeface="+mn-cs"/>
        </a:defRPr>
      </a:lvl1pPr>
      <a:lvl2pPr marL="493713" indent="-150813" algn="l" rtl="0" eaLnBrk="0" fontAlgn="base" hangingPunct="0">
        <a:spcBef>
          <a:spcPct val="40000"/>
        </a:spcBef>
        <a:spcAft>
          <a:spcPct val="0"/>
        </a:spcAft>
        <a:buClr>
          <a:schemeClr val="bg2"/>
        </a:buClr>
        <a:buChar char="•"/>
        <a:defRPr sz="1700">
          <a:solidFill>
            <a:schemeClr val="tx1"/>
          </a:solidFill>
          <a:latin typeface="+mn-lt"/>
        </a:defRPr>
      </a:lvl2pPr>
      <a:lvl3pPr marL="773113" indent="-165100" algn="l" rtl="0" eaLnBrk="0" fontAlgn="base" hangingPunct="0">
        <a:spcBef>
          <a:spcPct val="40000"/>
        </a:spcBef>
        <a:spcAft>
          <a:spcPct val="0"/>
        </a:spcAft>
        <a:buClr>
          <a:schemeClr val="bg2"/>
        </a:buClr>
        <a:buSzPct val="80000"/>
        <a:buChar char="•"/>
        <a:defRPr sz="1700">
          <a:solidFill>
            <a:schemeClr val="tx1"/>
          </a:solidFill>
          <a:latin typeface="+mn-lt"/>
        </a:defRPr>
      </a:lvl3pPr>
      <a:lvl4pPr marL="1065213" indent="-177800" algn="l" rtl="0" eaLnBrk="0" fontAlgn="base" hangingPunct="0">
        <a:spcBef>
          <a:spcPct val="40000"/>
        </a:spcBef>
        <a:spcAft>
          <a:spcPct val="0"/>
        </a:spcAft>
        <a:buClr>
          <a:schemeClr val="bg2"/>
        </a:buClr>
        <a:buSzPct val="80000"/>
        <a:buChar char="•"/>
        <a:defRPr sz="1500">
          <a:solidFill>
            <a:schemeClr val="tx1"/>
          </a:solidFill>
          <a:latin typeface="+mn-lt"/>
        </a:defRPr>
      </a:lvl4pPr>
      <a:lvl5pPr marL="1331913" indent="-152400" algn="l" rtl="0" eaLnBrk="0" fontAlgn="base" hangingPunct="0">
        <a:lnSpc>
          <a:spcPct val="110000"/>
        </a:lnSpc>
        <a:spcBef>
          <a:spcPct val="40000"/>
        </a:spcBef>
        <a:spcAft>
          <a:spcPct val="0"/>
        </a:spcAft>
        <a:buClr>
          <a:schemeClr val="bg2"/>
        </a:buClr>
        <a:buSzPct val="60000"/>
        <a:buChar char="–"/>
        <a:defRPr sz="1300">
          <a:solidFill>
            <a:schemeClr val="tx1"/>
          </a:solidFill>
          <a:latin typeface="+mn-lt"/>
        </a:defRPr>
      </a:lvl5pPr>
      <a:lvl6pPr marL="1789113" indent="-152400" algn="l" rtl="0" eaLnBrk="0" fontAlgn="base" hangingPunct="0">
        <a:lnSpc>
          <a:spcPct val="110000"/>
        </a:lnSpc>
        <a:spcBef>
          <a:spcPct val="40000"/>
        </a:spcBef>
        <a:spcAft>
          <a:spcPct val="0"/>
        </a:spcAft>
        <a:buClr>
          <a:schemeClr val="bg2"/>
        </a:buClr>
        <a:buSzPct val="60000"/>
        <a:buChar char="–"/>
        <a:defRPr sz="1300">
          <a:solidFill>
            <a:schemeClr val="tx1"/>
          </a:solidFill>
          <a:latin typeface="+mn-lt"/>
        </a:defRPr>
      </a:lvl6pPr>
      <a:lvl7pPr marL="2246313" indent="-152400" algn="l" rtl="0" eaLnBrk="0" fontAlgn="base" hangingPunct="0">
        <a:lnSpc>
          <a:spcPct val="110000"/>
        </a:lnSpc>
        <a:spcBef>
          <a:spcPct val="40000"/>
        </a:spcBef>
        <a:spcAft>
          <a:spcPct val="0"/>
        </a:spcAft>
        <a:buClr>
          <a:schemeClr val="bg2"/>
        </a:buClr>
        <a:buSzPct val="60000"/>
        <a:buChar char="–"/>
        <a:defRPr sz="1300">
          <a:solidFill>
            <a:schemeClr val="tx1"/>
          </a:solidFill>
          <a:latin typeface="+mn-lt"/>
        </a:defRPr>
      </a:lvl7pPr>
      <a:lvl8pPr marL="2703513" indent="-152400" algn="l" rtl="0" eaLnBrk="0" fontAlgn="base" hangingPunct="0">
        <a:lnSpc>
          <a:spcPct val="110000"/>
        </a:lnSpc>
        <a:spcBef>
          <a:spcPct val="40000"/>
        </a:spcBef>
        <a:spcAft>
          <a:spcPct val="0"/>
        </a:spcAft>
        <a:buClr>
          <a:schemeClr val="bg2"/>
        </a:buClr>
        <a:buSzPct val="60000"/>
        <a:buChar char="–"/>
        <a:defRPr sz="1300">
          <a:solidFill>
            <a:schemeClr val="tx1"/>
          </a:solidFill>
          <a:latin typeface="+mn-lt"/>
        </a:defRPr>
      </a:lvl8pPr>
      <a:lvl9pPr marL="3160713" indent="-152400" algn="l" rtl="0" eaLnBrk="0" fontAlgn="base" hangingPunct="0">
        <a:lnSpc>
          <a:spcPct val="110000"/>
        </a:lnSpc>
        <a:spcBef>
          <a:spcPct val="40000"/>
        </a:spcBef>
        <a:spcAft>
          <a:spcPct val="0"/>
        </a:spcAft>
        <a:buClr>
          <a:schemeClr val="bg2"/>
        </a:buClr>
        <a:buSzPct val="60000"/>
        <a:buChar char="–"/>
        <a:defRPr sz="1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403350" y="228600"/>
            <a:ext cx="75247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ja-JP" smtClean="0"/>
              <a:t>Click To Edit Master Title Style</a:t>
            </a:r>
          </a:p>
        </p:txBody>
      </p:sp>
      <p:sp>
        <p:nvSpPr>
          <p:cNvPr id="2051" name="Rectangle 3"/>
          <p:cNvSpPr>
            <a:spLocks noGrp="1" noChangeArrowheads="1"/>
          </p:cNvSpPr>
          <p:nvPr>
            <p:ph type="body" idx="1"/>
          </p:nvPr>
        </p:nvSpPr>
        <p:spPr bwMode="auto">
          <a:xfrm>
            <a:off x="304800" y="1160463"/>
            <a:ext cx="8659813" cy="514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smtClean="0"/>
              <a:t>Click to edit Master text styles</a:t>
            </a:r>
          </a:p>
          <a:p>
            <a:pPr lvl="1"/>
            <a:r>
              <a:rPr lang="en-US" altLang="ja-JP" smtClean="0"/>
              <a:t>Second level</a:t>
            </a:r>
          </a:p>
          <a:p>
            <a:pPr lvl="2"/>
            <a:r>
              <a:rPr lang="en-US" altLang="ja-JP" smtClean="0"/>
              <a:t>Third level</a:t>
            </a:r>
          </a:p>
          <a:p>
            <a:pPr lvl="3"/>
            <a:r>
              <a:rPr lang="en-US" altLang="ja-JP" smtClean="0"/>
              <a:t>Fourth level</a:t>
            </a:r>
          </a:p>
          <a:p>
            <a:pPr lvl="4"/>
            <a:r>
              <a:rPr lang="en-US" altLang="ja-JP" smtClean="0"/>
              <a:t>Fifth level</a:t>
            </a:r>
          </a:p>
        </p:txBody>
      </p:sp>
      <p:sp>
        <p:nvSpPr>
          <p:cNvPr id="39941" name="Rectangle 5"/>
          <p:cNvSpPr>
            <a:spLocks noGrp="1" noChangeArrowheads="1"/>
          </p:cNvSpPr>
          <p:nvPr>
            <p:ph type="ftr" sz="quarter" idx="3"/>
          </p:nvPr>
        </p:nvSpPr>
        <p:spPr bwMode="auto">
          <a:xfrm>
            <a:off x="0" y="6629400"/>
            <a:ext cx="25908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000" i="0">
                <a:solidFill>
                  <a:srgbClr val="000000"/>
                </a:solidFill>
                <a:latin typeface="+mn-lt"/>
                <a:ea typeface="MS PGothic" pitchFamily="34" charset="-128"/>
                <a:cs typeface="+mn-cs"/>
              </a:defRPr>
            </a:lvl1pPr>
          </a:lstStyle>
          <a:p>
            <a:pPr>
              <a:defRPr/>
            </a:pPr>
            <a:r>
              <a:rPr lang="en-US" altLang="ja-JP"/>
              <a:t>FPT-Software Training Materials</a:t>
            </a:r>
          </a:p>
        </p:txBody>
      </p:sp>
      <p:sp>
        <p:nvSpPr>
          <p:cNvPr id="39942" name="Rectangle 6"/>
          <p:cNvSpPr>
            <a:spLocks noGrp="1" noChangeArrowheads="1"/>
          </p:cNvSpPr>
          <p:nvPr>
            <p:ph type="sldNum" sz="quarter" idx="4"/>
          </p:nvPr>
        </p:nvSpPr>
        <p:spPr bwMode="auto">
          <a:xfrm>
            <a:off x="7239000" y="66294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i="0">
                <a:solidFill>
                  <a:srgbClr val="000000"/>
                </a:solidFill>
                <a:latin typeface="Times New Roman" panose="02020603050405020304" pitchFamily="18" charset="0"/>
                <a:ea typeface="ＭＳ Ｐゴシック" panose="020B0600070205080204" pitchFamily="34" charset="-128"/>
              </a:defRPr>
            </a:lvl1pPr>
          </a:lstStyle>
          <a:p>
            <a:pPr>
              <a:defRPr/>
            </a:pPr>
            <a:r>
              <a:rPr lang="ja-JP" altLang="en-US"/>
              <a:t> </a:t>
            </a:r>
            <a:fld id="{A96EDFEE-FC8A-4687-BA48-4799614F1517}" type="slidenum">
              <a:rPr lang="ja-JP" altLang="en-US">
                <a:latin typeface="Tahoma" panose="020B0604030504040204" pitchFamily="34" charset="0"/>
              </a:rPr>
              <a:pPr>
                <a:defRPr/>
              </a:pPr>
              <a:t>‹#›</a:t>
            </a:fld>
            <a:endParaRPr lang="en-US" altLang="ja-JP">
              <a:latin typeface="Tahoma" panose="020B0604030504040204" pitchFamily="34" charset="0"/>
            </a:endParaRPr>
          </a:p>
        </p:txBody>
      </p:sp>
      <p:sp>
        <p:nvSpPr>
          <p:cNvPr id="2054" name="Line 7"/>
          <p:cNvSpPr>
            <a:spLocks noChangeShapeType="1"/>
          </p:cNvSpPr>
          <p:nvPr userDrawn="1"/>
        </p:nvSpPr>
        <p:spPr bwMode="auto">
          <a:xfrm>
            <a:off x="434975" y="1016000"/>
            <a:ext cx="8458200" cy="0"/>
          </a:xfrm>
          <a:prstGeom prst="line">
            <a:avLst/>
          </a:prstGeom>
          <a:noFill/>
          <a:ln w="9525">
            <a:solidFill>
              <a:srgbClr val="FC0128"/>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5" name="Line 14"/>
          <p:cNvSpPr>
            <a:spLocks noChangeShapeType="1"/>
          </p:cNvSpPr>
          <p:nvPr/>
        </p:nvSpPr>
        <p:spPr bwMode="auto">
          <a:xfrm>
            <a:off x="304800" y="6308725"/>
            <a:ext cx="8458200" cy="0"/>
          </a:xfrm>
          <a:prstGeom prst="line">
            <a:avLst/>
          </a:prstGeom>
          <a:noFill/>
          <a:ln w="9525">
            <a:solidFill>
              <a:srgbClr val="FC0128"/>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2056" name="Picture 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85750" y="49213"/>
            <a:ext cx="1406525"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3" r:id="rId1"/>
    <p:sldLayoutId id="2147484804" r:id="rId2"/>
    <p:sldLayoutId id="2147484805" r:id="rId3"/>
    <p:sldLayoutId id="2147484806" r:id="rId4"/>
    <p:sldLayoutId id="2147484807" r:id="rId5"/>
    <p:sldLayoutId id="2147484808" r:id="rId6"/>
    <p:sldLayoutId id="2147484809" r:id="rId7"/>
    <p:sldLayoutId id="2147484810" r:id="rId8"/>
    <p:sldLayoutId id="2147484811" r:id="rId9"/>
    <p:sldLayoutId id="2147484812" r:id="rId10"/>
    <p:sldLayoutId id="2147484813" r:id="rId11"/>
    <p:sldLayoutId id="2147484814" r:id="rId12"/>
    <p:sldLayoutId id="2147484815" r:id="rId13"/>
    <p:sldLayoutId id="2147484816" r:id="rId14"/>
  </p:sldLayoutIdLst>
  <p:hf hdr="0" ftr="0" dt="0"/>
  <p:txStyles>
    <p:titleStyle>
      <a:lvl1pPr algn="r" rtl="0" eaLnBrk="0" fontAlgn="base" hangingPunct="0">
        <a:spcBef>
          <a:spcPct val="0"/>
        </a:spcBef>
        <a:spcAft>
          <a:spcPct val="0"/>
        </a:spcAft>
        <a:defRPr sz="3200" b="1">
          <a:solidFill>
            <a:srgbClr val="FF9900"/>
          </a:solidFill>
          <a:latin typeface="Candara" panose="020E0502030303020204" pitchFamily="34" charset="0"/>
          <a:ea typeface="+mj-ea"/>
          <a:cs typeface="+mj-cs"/>
        </a:defRPr>
      </a:lvl1pPr>
      <a:lvl2pPr algn="r" rtl="0" eaLnBrk="0" fontAlgn="base" hangingPunct="0">
        <a:spcBef>
          <a:spcPct val="0"/>
        </a:spcBef>
        <a:spcAft>
          <a:spcPct val="0"/>
        </a:spcAft>
        <a:defRPr sz="3200" b="1">
          <a:solidFill>
            <a:srgbClr val="FF9900"/>
          </a:solidFill>
          <a:effectLst>
            <a:outerShdw blurRad="38100" dist="38100" dir="2700000" algn="tl">
              <a:srgbClr val="C0C0C0"/>
            </a:outerShdw>
          </a:effectLst>
          <a:latin typeface="Candara" panose="020E0502030303020204" pitchFamily="34" charset="0"/>
        </a:defRPr>
      </a:lvl2pPr>
      <a:lvl3pPr algn="r" rtl="0" eaLnBrk="0" fontAlgn="base" hangingPunct="0">
        <a:spcBef>
          <a:spcPct val="0"/>
        </a:spcBef>
        <a:spcAft>
          <a:spcPct val="0"/>
        </a:spcAft>
        <a:defRPr sz="3200" b="1">
          <a:solidFill>
            <a:srgbClr val="FF9900"/>
          </a:solidFill>
          <a:effectLst>
            <a:outerShdw blurRad="38100" dist="38100" dir="2700000" algn="tl">
              <a:srgbClr val="C0C0C0"/>
            </a:outerShdw>
          </a:effectLst>
          <a:latin typeface="Candara" panose="020E0502030303020204" pitchFamily="34" charset="0"/>
        </a:defRPr>
      </a:lvl3pPr>
      <a:lvl4pPr algn="r" rtl="0" eaLnBrk="0" fontAlgn="base" hangingPunct="0">
        <a:spcBef>
          <a:spcPct val="0"/>
        </a:spcBef>
        <a:spcAft>
          <a:spcPct val="0"/>
        </a:spcAft>
        <a:defRPr sz="3200" b="1">
          <a:solidFill>
            <a:srgbClr val="FF9900"/>
          </a:solidFill>
          <a:effectLst>
            <a:outerShdw blurRad="38100" dist="38100" dir="2700000" algn="tl">
              <a:srgbClr val="C0C0C0"/>
            </a:outerShdw>
          </a:effectLst>
          <a:latin typeface="Candara" panose="020E0502030303020204" pitchFamily="34" charset="0"/>
        </a:defRPr>
      </a:lvl4pPr>
      <a:lvl5pPr algn="r" rtl="0" eaLnBrk="0" fontAlgn="base" hangingPunct="0">
        <a:spcBef>
          <a:spcPct val="0"/>
        </a:spcBef>
        <a:spcAft>
          <a:spcPct val="0"/>
        </a:spcAft>
        <a:defRPr sz="3200" b="1">
          <a:solidFill>
            <a:srgbClr val="FF9900"/>
          </a:solidFill>
          <a:effectLst>
            <a:outerShdw blurRad="38100" dist="38100" dir="2700000" algn="tl">
              <a:srgbClr val="C0C0C0"/>
            </a:outerShdw>
          </a:effectLst>
          <a:latin typeface="Candara" panose="020E0502030303020204" pitchFamily="34" charset="0"/>
        </a:defRPr>
      </a:lvl5pPr>
      <a:lvl6pPr marL="457200" algn="r" rtl="0" eaLnBrk="0" fontAlgn="base" hangingPunct="0">
        <a:spcBef>
          <a:spcPct val="0"/>
        </a:spcBef>
        <a:spcAft>
          <a:spcPct val="0"/>
        </a:spcAft>
        <a:defRPr sz="2800" b="1">
          <a:solidFill>
            <a:schemeClr val="tx1"/>
          </a:solidFill>
          <a:effectLst>
            <a:outerShdw blurRad="38100" dist="38100" dir="2700000" algn="tl">
              <a:srgbClr val="C0C0C0"/>
            </a:outerShdw>
          </a:effectLst>
          <a:latin typeface="Tahoma" pitchFamily="34" charset="0"/>
        </a:defRPr>
      </a:lvl6pPr>
      <a:lvl7pPr marL="914400" algn="r" rtl="0" eaLnBrk="0" fontAlgn="base" hangingPunct="0">
        <a:spcBef>
          <a:spcPct val="0"/>
        </a:spcBef>
        <a:spcAft>
          <a:spcPct val="0"/>
        </a:spcAft>
        <a:defRPr sz="2800" b="1">
          <a:solidFill>
            <a:schemeClr val="tx1"/>
          </a:solidFill>
          <a:effectLst>
            <a:outerShdw blurRad="38100" dist="38100" dir="2700000" algn="tl">
              <a:srgbClr val="C0C0C0"/>
            </a:outerShdw>
          </a:effectLst>
          <a:latin typeface="Tahoma" pitchFamily="34" charset="0"/>
        </a:defRPr>
      </a:lvl7pPr>
      <a:lvl8pPr marL="1371600" algn="r" rtl="0" eaLnBrk="0" fontAlgn="base" hangingPunct="0">
        <a:spcBef>
          <a:spcPct val="0"/>
        </a:spcBef>
        <a:spcAft>
          <a:spcPct val="0"/>
        </a:spcAft>
        <a:defRPr sz="2800" b="1">
          <a:solidFill>
            <a:schemeClr val="tx1"/>
          </a:solidFill>
          <a:effectLst>
            <a:outerShdw blurRad="38100" dist="38100" dir="2700000" algn="tl">
              <a:srgbClr val="C0C0C0"/>
            </a:outerShdw>
          </a:effectLst>
          <a:latin typeface="Tahoma" pitchFamily="34" charset="0"/>
        </a:defRPr>
      </a:lvl8pPr>
      <a:lvl9pPr marL="1828800" algn="r" rtl="0" eaLnBrk="0" fontAlgn="base" hangingPunct="0">
        <a:spcBef>
          <a:spcPct val="0"/>
        </a:spcBef>
        <a:spcAft>
          <a:spcPct val="0"/>
        </a:spcAft>
        <a:defRPr sz="2800" b="1">
          <a:solidFill>
            <a:schemeClr val="tx1"/>
          </a:solidFill>
          <a:effectLst>
            <a:outerShdw blurRad="38100" dist="38100" dir="2700000" algn="tl">
              <a:srgbClr val="C0C0C0"/>
            </a:outerShdw>
          </a:effectLst>
          <a:latin typeface="Tahoma" pitchFamily="34" charset="0"/>
        </a:defRPr>
      </a:lvl9pPr>
    </p:titleStyle>
    <p:bodyStyle>
      <a:lvl1pPr marL="342900" indent="-342900" algn="l" rtl="0" eaLnBrk="0" fontAlgn="base" hangingPunct="0">
        <a:spcBef>
          <a:spcPct val="20000"/>
        </a:spcBef>
        <a:spcAft>
          <a:spcPct val="0"/>
        </a:spcAft>
        <a:buClr>
          <a:srgbClr val="FC0128"/>
        </a:buClr>
        <a:buSzPct val="100000"/>
        <a:buBlip>
          <a:blip r:embed="rId17"/>
        </a:buBlip>
        <a:defRPr sz="2400">
          <a:solidFill>
            <a:schemeClr val="tx1"/>
          </a:solidFill>
          <a:latin typeface="+mn-lt"/>
          <a:ea typeface="+mn-ea"/>
          <a:cs typeface="+mn-cs"/>
        </a:defRPr>
      </a:lvl1pPr>
      <a:lvl2pPr marL="742950" indent="-285750" algn="l" rtl="0" eaLnBrk="0" fontAlgn="base" hangingPunct="0">
        <a:spcBef>
          <a:spcPct val="20000"/>
        </a:spcBef>
        <a:spcAft>
          <a:spcPct val="0"/>
        </a:spcAft>
        <a:buClr>
          <a:srgbClr val="6338AD"/>
        </a:buClr>
        <a:buSzPct val="75000"/>
        <a:buBlip>
          <a:blip r:embed="rId18"/>
        </a:buBlip>
        <a:defRPr sz="22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png"/><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15.wmf"/><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jpeg"/><Relationship Id="rId4" Type="http://schemas.openxmlformats.org/officeDocument/2006/relationships/image" Target="../media/image5.png"/><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0.jpe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 Id="rId5" Type="http://schemas.openxmlformats.org/officeDocument/2006/relationships/hyperlink" Target="http://fsoft-intranet/HR/Training/Training%20materials/SPA%20training/CM/ConfigRegister.xls" TargetMode="External"/><Relationship Id="rId4" Type="http://schemas.openxmlformats.org/officeDocument/2006/relationships/hyperlink" Target="http://fsoft-intranet/HR/Training/Training%20materials/SPA%20training/CM/BaselineRecord.doc"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file:///\\fsdn-dc01\FsoftQMS\Fsoft-QMS\Document\Fsoft\Software\Template\Template_Risk%20Management%20Sheet.xl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8" descr="C:\Documents and Settings\phongnh\Desktop\Pictur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11113"/>
            <a:ext cx="91678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ext Box 7"/>
          <p:cNvSpPr txBox="1">
            <a:spLocks noChangeArrowheads="1"/>
          </p:cNvSpPr>
          <p:nvPr/>
        </p:nvSpPr>
        <p:spPr bwMode="auto">
          <a:xfrm>
            <a:off x="838200" y="3084513"/>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ct val="40000"/>
              </a:spcBef>
              <a:buClr>
                <a:srgbClr val="E77817"/>
              </a:buClr>
              <a:buSzPct val="120000"/>
              <a:buFont typeface="Arial" panose="020B0604020202020204" pitchFamily="34" charset="0"/>
              <a:buChar char="»"/>
              <a:defRPr sz="1900">
                <a:solidFill>
                  <a:schemeClr val="tx1"/>
                </a:solidFill>
                <a:latin typeface="Arial" panose="020B0604020202020204" pitchFamily="34" charset="0"/>
              </a:defRPr>
            </a:lvl1pPr>
            <a:lvl2pPr marL="742950" indent="-285750">
              <a:spcBef>
                <a:spcPct val="40000"/>
              </a:spcBef>
              <a:buClr>
                <a:schemeClr val="bg2"/>
              </a:buClr>
              <a:buChar char="•"/>
              <a:defRPr sz="1700">
                <a:solidFill>
                  <a:schemeClr val="tx1"/>
                </a:solidFill>
                <a:latin typeface="Arial" panose="020B0604020202020204" pitchFamily="34" charset="0"/>
              </a:defRPr>
            </a:lvl2pPr>
            <a:lvl3pPr marL="1143000" indent="-228600">
              <a:spcBef>
                <a:spcPct val="40000"/>
              </a:spcBef>
              <a:buClr>
                <a:schemeClr val="bg2"/>
              </a:buClr>
              <a:buSzPct val="80000"/>
              <a:buChar char="•"/>
              <a:defRPr sz="1700">
                <a:solidFill>
                  <a:schemeClr val="tx1"/>
                </a:solidFill>
                <a:latin typeface="Arial" panose="020B0604020202020204" pitchFamily="34" charset="0"/>
              </a:defRPr>
            </a:lvl3pPr>
            <a:lvl4pPr marL="1600200" indent="-228600">
              <a:spcBef>
                <a:spcPct val="40000"/>
              </a:spcBef>
              <a:buClr>
                <a:schemeClr val="bg2"/>
              </a:buClr>
              <a:buSzPct val="80000"/>
              <a:buChar char="•"/>
              <a:defRPr sz="1500">
                <a:solidFill>
                  <a:schemeClr val="tx1"/>
                </a:solidFill>
                <a:latin typeface="Arial" panose="020B0604020202020204" pitchFamily="34" charset="0"/>
              </a:defRPr>
            </a:lvl4pPr>
            <a:lvl5pPr marL="2057400" indent="-228600">
              <a:lnSpc>
                <a:spcPct val="110000"/>
              </a:lnSpc>
              <a:spcBef>
                <a:spcPct val="40000"/>
              </a:spcBef>
              <a:buClr>
                <a:schemeClr val="bg2"/>
              </a:buClr>
              <a:buSzPct val="60000"/>
              <a:buChar char="–"/>
              <a:defRPr sz="1300">
                <a:solidFill>
                  <a:schemeClr val="tx1"/>
                </a:solidFill>
                <a:latin typeface="Arial" panose="020B0604020202020204" pitchFamily="34"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9pPr>
          </a:lstStyle>
          <a:p>
            <a:pPr algn="ctr">
              <a:lnSpc>
                <a:spcPct val="100000"/>
              </a:lnSpc>
              <a:spcBef>
                <a:spcPct val="0"/>
              </a:spcBef>
              <a:buClrTx/>
              <a:buSzTx/>
              <a:buFontTx/>
              <a:buNone/>
            </a:pPr>
            <a:r>
              <a:rPr lang="en-US" altLang="ja-JP" sz="3200" b="1" i="0">
                <a:solidFill>
                  <a:srgbClr val="5E7AA1"/>
                </a:solidFill>
                <a:ea typeface="ＭＳ Ｐゴシック" panose="020B0600070205080204" pitchFamily="34" charset="-128"/>
              </a:rPr>
              <a:t>MOCK PROJECT_KICK-OFF</a:t>
            </a:r>
          </a:p>
        </p:txBody>
      </p:sp>
      <p:sp>
        <p:nvSpPr>
          <p:cNvPr id="20484" name="Text Box 7"/>
          <p:cNvSpPr txBox="1">
            <a:spLocks noChangeArrowheads="1"/>
          </p:cNvSpPr>
          <p:nvPr/>
        </p:nvSpPr>
        <p:spPr bwMode="auto">
          <a:xfrm>
            <a:off x="3657600" y="37338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nSpc>
                <a:spcPct val="90000"/>
              </a:lnSpc>
              <a:spcBef>
                <a:spcPct val="40000"/>
              </a:spcBef>
              <a:buClr>
                <a:srgbClr val="E77817"/>
              </a:buClr>
              <a:buSzPct val="120000"/>
              <a:buFont typeface="Arial" panose="020B0604020202020204" pitchFamily="34" charset="0"/>
              <a:buChar char="»"/>
              <a:defRPr sz="1900">
                <a:solidFill>
                  <a:schemeClr val="tx1"/>
                </a:solidFill>
                <a:latin typeface="Arial" panose="020B0604020202020204" pitchFamily="34" charset="0"/>
              </a:defRPr>
            </a:lvl1pPr>
            <a:lvl2pPr marL="742950" indent="-285750">
              <a:spcBef>
                <a:spcPct val="40000"/>
              </a:spcBef>
              <a:buClr>
                <a:schemeClr val="bg2"/>
              </a:buClr>
              <a:buChar char="•"/>
              <a:defRPr sz="1700">
                <a:solidFill>
                  <a:schemeClr val="tx1"/>
                </a:solidFill>
                <a:latin typeface="Arial" panose="020B0604020202020204" pitchFamily="34" charset="0"/>
              </a:defRPr>
            </a:lvl2pPr>
            <a:lvl3pPr marL="1143000" indent="-228600">
              <a:spcBef>
                <a:spcPct val="40000"/>
              </a:spcBef>
              <a:buClr>
                <a:schemeClr val="bg2"/>
              </a:buClr>
              <a:buSzPct val="80000"/>
              <a:buChar char="•"/>
              <a:defRPr sz="1700">
                <a:solidFill>
                  <a:schemeClr val="tx1"/>
                </a:solidFill>
                <a:latin typeface="Arial" panose="020B0604020202020204" pitchFamily="34" charset="0"/>
              </a:defRPr>
            </a:lvl3pPr>
            <a:lvl4pPr marL="1600200" indent="-228600">
              <a:spcBef>
                <a:spcPct val="40000"/>
              </a:spcBef>
              <a:buClr>
                <a:schemeClr val="bg2"/>
              </a:buClr>
              <a:buSzPct val="80000"/>
              <a:buChar char="•"/>
              <a:defRPr sz="1500">
                <a:solidFill>
                  <a:schemeClr val="tx1"/>
                </a:solidFill>
                <a:latin typeface="Arial" panose="020B0604020202020204" pitchFamily="34" charset="0"/>
              </a:defRPr>
            </a:lvl4pPr>
            <a:lvl5pPr marL="2057400" indent="-228600">
              <a:lnSpc>
                <a:spcPct val="110000"/>
              </a:lnSpc>
              <a:spcBef>
                <a:spcPct val="40000"/>
              </a:spcBef>
              <a:buClr>
                <a:schemeClr val="bg2"/>
              </a:buClr>
              <a:buSzPct val="60000"/>
              <a:buChar char="–"/>
              <a:defRPr sz="1300">
                <a:solidFill>
                  <a:schemeClr val="tx1"/>
                </a:solidFill>
                <a:latin typeface="Arial" panose="020B0604020202020204" pitchFamily="34"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panose="020B0604020202020204" pitchFamily="34" charset="0"/>
              </a:defRPr>
            </a:lvl9pPr>
          </a:lstStyle>
          <a:p>
            <a:pPr>
              <a:lnSpc>
                <a:spcPct val="100000"/>
              </a:lnSpc>
              <a:spcBef>
                <a:spcPct val="0"/>
              </a:spcBef>
              <a:buClrTx/>
              <a:buSzTx/>
              <a:buFontTx/>
              <a:buNone/>
            </a:pPr>
            <a:r>
              <a:rPr lang="en-US" altLang="ja-JP" sz="2000" i="0">
                <a:solidFill>
                  <a:srgbClr val="5E7AA1"/>
                </a:solidFill>
                <a:ea typeface="ＭＳ Ｐゴシック" panose="020B0600070205080204" pitchFamily="34" charset="-128"/>
              </a:rPr>
              <a:t>Date: </a:t>
            </a:r>
            <a:r>
              <a:rPr lang="en-US" altLang="ja-JP" sz="2000" i="0" smtClean="0">
                <a:solidFill>
                  <a:srgbClr val="5E7AA1"/>
                </a:solidFill>
                <a:ea typeface="ＭＳ Ｐゴシック" panose="020B0600070205080204" pitchFamily="34" charset="-128"/>
              </a:rPr>
              <a:t>16-Mar-2020</a:t>
            </a:r>
            <a:endParaRPr lang="en-US" altLang="ja-JP" sz="2000" i="0">
              <a:solidFill>
                <a:srgbClr val="5E7AA1"/>
              </a:solidFill>
              <a:ea typeface="ＭＳ Ｐゴシック" panose="020B0600070205080204" pitchFamily="34" charset="-128"/>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2400" y="76200"/>
            <a:ext cx="8839200" cy="790575"/>
          </a:xfrm>
        </p:spPr>
        <p:txBody>
          <a:bodyPr/>
          <a:lstStyle/>
          <a:p>
            <a:r>
              <a:rPr lang="en-US" altLang="ja-JP" smtClean="0">
                <a:ea typeface="ＭＳ Ｐゴシック" panose="020B0600070205080204" pitchFamily="34" charset="-128"/>
              </a:rPr>
              <a:t>Kick-off agenda</a:t>
            </a:r>
          </a:p>
        </p:txBody>
      </p:sp>
      <p:sp>
        <p:nvSpPr>
          <p:cNvPr id="6147" name="AutoShape 7"/>
          <p:cNvSpPr>
            <a:spLocks noChangeArrowheads="1"/>
          </p:cNvSpPr>
          <p:nvPr/>
        </p:nvSpPr>
        <p:spPr bwMode="auto">
          <a:xfrm>
            <a:off x="568325" y="1716088"/>
            <a:ext cx="8105775" cy="525462"/>
          </a:xfrm>
          <a:prstGeom prst="flowChartAlternateProcess">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40000"/>
              </a:spcBef>
              <a:buClr>
                <a:srgbClr val="E77817"/>
              </a:buClr>
              <a:buSzPct val="120000"/>
              <a:buFont typeface="Arial" charset="0"/>
              <a:buChar char="»"/>
              <a:defRPr sz="1900">
                <a:solidFill>
                  <a:schemeClr val="tx1"/>
                </a:solidFill>
                <a:latin typeface="Arial" charset="0"/>
              </a:defRPr>
            </a:lvl1pPr>
            <a:lvl2pPr marL="742950" indent="-285750">
              <a:spcBef>
                <a:spcPct val="40000"/>
              </a:spcBef>
              <a:buClr>
                <a:schemeClr val="bg2"/>
              </a:buClr>
              <a:buChar char="•"/>
              <a:defRPr sz="1700">
                <a:solidFill>
                  <a:schemeClr val="tx1"/>
                </a:solidFill>
                <a:latin typeface="Arial" charset="0"/>
              </a:defRPr>
            </a:lvl2pPr>
            <a:lvl3pPr marL="1143000" indent="-228600">
              <a:spcBef>
                <a:spcPct val="40000"/>
              </a:spcBef>
              <a:buClr>
                <a:schemeClr val="bg2"/>
              </a:buClr>
              <a:buSzPct val="80000"/>
              <a:buChar char="•"/>
              <a:defRPr sz="1700">
                <a:solidFill>
                  <a:schemeClr val="tx1"/>
                </a:solidFill>
                <a:latin typeface="Arial" charset="0"/>
              </a:defRPr>
            </a:lvl3pPr>
            <a:lvl4pPr marL="1600200" indent="-228600">
              <a:spcBef>
                <a:spcPct val="40000"/>
              </a:spcBef>
              <a:buClr>
                <a:schemeClr val="bg2"/>
              </a:buClr>
              <a:buSzPct val="80000"/>
              <a:buChar char="•"/>
              <a:defRPr sz="1500">
                <a:solidFill>
                  <a:schemeClr val="tx1"/>
                </a:solidFill>
                <a:latin typeface="Arial" charset="0"/>
              </a:defRPr>
            </a:lvl4pPr>
            <a:lvl5pPr marL="2057400" indent="-228600">
              <a:lnSpc>
                <a:spcPct val="110000"/>
              </a:lnSpc>
              <a:spcBef>
                <a:spcPct val="40000"/>
              </a:spcBef>
              <a:buClr>
                <a:schemeClr val="bg2"/>
              </a:buClr>
              <a:buSzPct val="60000"/>
              <a:buChar char="–"/>
              <a:defRPr sz="1300">
                <a:solidFill>
                  <a:schemeClr val="tx1"/>
                </a:solidFill>
                <a:latin typeface="Arial"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9pPr>
          </a:lstStyle>
          <a:p>
            <a:pPr marL="171450" indent="-171450">
              <a:lnSpc>
                <a:spcPct val="100000"/>
              </a:lnSpc>
              <a:spcBef>
                <a:spcPct val="0"/>
              </a:spcBef>
              <a:buClrTx/>
              <a:buSzTx/>
              <a:buFont typeface="Wingdings" panose="05000000000000000000" pitchFamily="2" charset="2"/>
              <a:buChar char="v"/>
              <a:defRPr/>
            </a:pPr>
            <a:r>
              <a:rPr lang="en-US" altLang="ja-JP" sz="1800" b="1" i="0" smtClean="0">
                <a:solidFill>
                  <a:schemeClr val="tx1">
                    <a:lumMod val="50000"/>
                  </a:schemeClr>
                </a:solidFill>
                <a:ea typeface="ＭＳ Ｐゴシック" pitchFamily="34" charset="-128"/>
                <a:cs typeface="Arial" charset="0"/>
              </a:rPr>
              <a:t> </a:t>
            </a:r>
            <a:r>
              <a:rPr lang="vi-VN" altLang="en-US" sz="1800" b="1" i="0" smtClean="0">
                <a:solidFill>
                  <a:schemeClr val="tx1">
                    <a:lumMod val="50000"/>
                  </a:schemeClr>
                </a:solidFill>
                <a:cs typeface="Arial" charset="0"/>
              </a:rPr>
              <a:t>Project Preparation</a:t>
            </a:r>
            <a:r>
              <a:rPr lang="en-US" altLang="en-US" sz="1800" b="1" i="0" smtClean="0">
                <a:solidFill>
                  <a:schemeClr val="tx1">
                    <a:lumMod val="50000"/>
                  </a:schemeClr>
                </a:solidFill>
                <a:cs typeface="Arial" charset="0"/>
              </a:rPr>
              <a:t> 				</a:t>
            </a:r>
            <a:endParaRPr lang="ja-JP" altLang="en-US" sz="1800" b="1" i="0" smtClean="0">
              <a:solidFill>
                <a:schemeClr val="tx1">
                  <a:lumMod val="50000"/>
                </a:schemeClr>
              </a:solidFill>
              <a:ea typeface="ＭＳ Ｐゴシック" pitchFamily="34" charset="-128"/>
              <a:cs typeface="Arial" charset="0"/>
            </a:endParaRPr>
          </a:p>
        </p:txBody>
      </p:sp>
      <p:sp>
        <p:nvSpPr>
          <p:cNvPr id="6148" name="AutoShape 7"/>
          <p:cNvSpPr>
            <a:spLocks noChangeArrowheads="1"/>
          </p:cNvSpPr>
          <p:nvPr/>
        </p:nvSpPr>
        <p:spPr bwMode="auto">
          <a:xfrm>
            <a:off x="552450" y="3111500"/>
            <a:ext cx="8105775" cy="533400"/>
          </a:xfrm>
          <a:prstGeom prst="flowChartAlternateProcess">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40000"/>
              </a:spcBef>
              <a:buClr>
                <a:srgbClr val="E77817"/>
              </a:buClr>
              <a:buSzPct val="120000"/>
              <a:buFont typeface="Arial" charset="0"/>
              <a:buChar char="»"/>
              <a:defRPr sz="1900">
                <a:solidFill>
                  <a:schemeClr val="tx1"/>
                </a:solidFill>
                <a:latin typeface="Arial" charset="0"/>
              </a:defRPr>
            </a:lvl1pPr>
            <a:lvl2pPr marL="742950" indent="-285750">
              <a:spcBef>
                <a:spcPct val="40000"/>
              </a:spcBef>
              <a:buClr>
                <a:schemeClr val="bg2"/>
              </a:buClr>
              <a:buChar char="•"/>
              <a:defRPr sz="1700">
                <a:solidFill>
                  <a:schemeClr val="tx1"/>
                </a:solidFill>
                <a:latin typeface="Arial" charset="0"/>
              </a:defRPr>
            </a:lvl2pPr>
            <a:lvl3pPr marL="1143000" indent="-228600">
              <a:spcBef>
                <a:spcPct val="40000"/>
              </a:spcBef>
              <a:buClr>
                <a:schemeClr val="bg2"/>
              </a:buClr>
              <a:buSzPct val="80000"/>
              <a:buChar char="•"/>
              <a:defRPr sz="1700">
                <a:solidFill>
                  <a:schemeClr val="tx1"/>
                </a:solidFill>
                <a:latin typeface="Arial" charset="0"/>
              </a:defRPr>
            </a:lvl3pPr>
            <a:lvl4pPr marL="1600200" indent="-228600">
              <a:spcBef>
                <a:spcPct val="40000"/>
              </a:spcBef>
              <a:buClr>
                <a:schemeClr val="bg2"/>
              </a:buClr>
              <a:buSzPct val="80000"/>
              <a:buChar char="•"/>
              <a:defRPr sz="1500">
                <a:solidFill>
                  <a:schemeClr val="tx1"/>
                </a:solidFill>
                <a:latin typeface="Arial" charset="0"/>
              </a:defRPr>
            </a:lvl4pPr>
            <a:lvl5pPr marL="2057400" indent="-228600">
              <a:lnSpc>
                <a:spcPct val="110000"/>
              </a:lnSpc>
              <a:spcBef>
                <a:spcPct val="40000"/>
              </a:spcBef>
              <a:buClr>
                <a:schemeClr val="bg2"/>
              </a:buClr>
              <a:buSzPct val="60000"/>
              <a:buChar char="–"/>
              <a:defRPr sz="1300">
                <a:solidFill>
                  <a:schemeClr val="tx1"/>
                </a:solidFill>
                <a:latin typeface="Arial"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9pPr>
          </a:lstStyle>
          <a:p>
            <a:pPr>
              <a:spcBef>
                <a:spcPct val="0"/>
              </a:spcBef>
              <a:buClrTx/>
              <a:buFont typeface="Wingdings" panose="05000000000000000000" pitchFamily="2" charset="2"/>
              <a:buChar char="v"/>
              <a:defRPr/>
            </a:pPr>
            <a:r>
              <a:rPr lang="en-US" altLang="ja-JP" sz="1800" b="1" i="0" smtClean="0">
                <a:solidFill>
                  <a:schemeClr val="tx1">
                    <a:lumMod val="50000"/>
                  </a:schemeClr>
                </a:solidFill>
                <a:ea typeface="ＭＳ Ｐゴシック" pitchFamily="34" charset="-128"/>
                <a:cs typeface="Arial" charset="0"/>
              </a:rPr>
              <a:t> Plan						</a:t>
            </a:r>
            <a:endParaRPr lang="ja-JP" altLang="en-US" sz="1800" b="1" i="0" smtClean="0">
              <a:solidFill>
                <a:schemeClr val="tx1">
                  <a:lumMod val="50000"/>
                </a:schemeClr>
              </a:solidFill>
              <a:ea typeface="ＭＳ Ｐゴシック" pitchFamily="34" charset="-128"/>
              <a:cs typeface="Arial" charset="0"/>
            </a:endParaRPr>
          </a:p>
        </p:txBody>
      </p:sp>
      <p:sp>
        <p:nvSpPr>
          <p:cNvPr id="6149" name="AutoShape 7"/>
          <p:cNvSpPr>
            <a:spLocks noChangeArrowheads="1"/>
          </p:cNvSpPr>
          <p:nvPr/>
        </p:nvSpPr>
        <p:spPr bwMode="auto">
          <a:xfrm>
            <a:off x="552450" y="2389188"/>
            <a:ext cx="8105775" cy="561975"/>
          </a:xfrm>
          <a:prstGeom prst="flowChartAlternateProcess">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40000"/>
              </a:spcBef>
              <a:buClr>
                <a:srgbClr val="E77817"/>
              </a:buClr>
              <a:buSzPct val="120000"/>
              <a:buFont typeface="Arial" charset="0"/>
              <a:buChar char="»"/>
              <a:defRPr sz="1900">
                <a:solidFill>
                  <a:schemeClr val="tx1"/>
                </a:solidFill>
                <a:latin typeface="Arial" charset="0"/>
              </a:defRPr>
            </a:lvl1pPr>
            <a:lvl2pPr marL="742950" indent="-285750">
              <a:spcBef>
                <a:spcPct val="40000"/>
              </a:spcBef>
              <a:buClr>
                <a:schemeClr val="bg2"/>
              </a:buClr>
              <a:buChar char="•"/>
              <a:defRPr sz="1700">
                <a:solidFill>
                  <a:schemeClr val="tx1"/>
                </a:solidFill>
                <a:latin typeface="Arial" charset="0"/>
              </a:defRPr>
            </a:lvl2pPr>
            <a:lvl3pPr marL="1143000" indent="-228600">
              <a:spcBef>
                <a:spcPct val="40000"/>
              </a:spcBef>
              <a:buClr>
                <a:schemeClr val="bg2"/>
              </a:buClr>
              <a:buSzPct val="80000"/>
              <a:buChar char="•"/>
              <a:defRPr sz="1700">
                <a:solidFill>
                  <a:schemeClr val="tx1"/>
                </a:solidFill>
                <a:latin typeface="Arial" charset="0"/>
              </a:defRPr>
            </a:lvl3pPr>
            <a:lvl4pPr marL="1600200" indent="-228600">
              <a:spcBef>
                <a:spcPct val="40000"/>
              </a:spcBef>
              <a:buClr>
                <a:schemeClr val="bg2"/>
              </a:buClr>
              <a:buSzPct val="80000"/>
              <a:buChar char="•"/>
              <a:defRPr sz="1500">
                <a:solidFill>
                  <a:schemeClr val="tx1"/>
                </a:solidFill>
                <a:latin typeface="Arial" charset="0"/>
              </a:defRPr>
            </a:lvl4pPr>
            <a:lvl5pPr marL="2057400" indent="-228600">
              <a:lnSpc>
                <a:spcPct val="110000"/>
              </a:lnSpc>
              <a:spcBef>
                <a:spcPct val="40000"/>
              </a:spcBef>
              <a:buClr>
                <a:schemeClr val="bg2"/>
              </a:buClr>
              <a:buSzPct val="60000"/>
              <a:buChar char="–"/>
              <a:defRPr sz="1300">
                <a:solidFill>
                  <a:schemeClr val="tx1"/>
                </a:solidFill>
                <a:latin typeface="Arial"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9pPr>
          </a:lstStyle>
          <a:p>
            <a:pPr marL="285750" indent="-285750">
              <a:lnSpc>
                <a:spcPct val="100000"/>
              </a:lnSpc>
              <a:spcBef>
                <a:spcPct val="0"/>
              </a:spcBef>
              <a:buClrTx/>
              <a:buSzTx/>
              <a:buFont typeface="Wingdings" panose="05000000000000000000" pitchFamily="2" charset="2"/>
              <a:buChar char="v"/>
              <a:defRPr/>
            </a:pPr>
            <a:r>
              <a:rPr lang="vi-VN" altLang="en-US" sz="1800" b="1" i="0" smtClean="0">
                <a:solidFill>
                  <a:schemeClr val="tx1">
                    <a:lumMod val="50000"/>
                  </a:schemeClr>
                </a:solidFill>
                <a:cs typeface="Arial" charset="0"/>
              </a:rPr>
              <a:t>Project </a:t>
            </a:r>
            <a:r>
              <a:rPr lang="en-US" altLang="en-US" sz="1800" b="1" i="0" smtClean="0">
                <a:solidFill>
                  <a:schemeClr val="tx1">
                    <a:lumMod val="50000"/>
                  </a:schemeClr>
                </a:solidFill>
                <a:cs typeface="Arial" charset="0"/>
              </a:rPr>
              <a:t>Process				</a:t>
            </a:r>
            <a:endParaRPr lang="ja-JP" altLang="en-US" sz="1800" b="1" i="0" smtClean="0">
              <a:solidFill>
                <a:schemeClr val="tx1">
                  <a:lumMod val="50000"/>
                </a:schemeClr>
              </a:solidFill>
              <a:ea typeface="ＭＳ Ｐゴシック" pitchFamily="34" charset="-128"/>
              <a:cs typeface="Arial" charset="0"/>
            </a:endParaRPr>
          </a:p>
        </p:txBody>
      </p:sp>
      <p:sp>
        <p:nvSpPr>
          <p:cNvPr id="8" name="AutoShape 7"/>
          <p:cNvSpPr>
            <a:spLocks noChangeArrowheads="1"/>
          </p:cNvSpPr>
          <p:nvPr/>
        </p:nvSpPr>
        <p:spPr bwMode="auto">
          <a:xfrm>
            <a:off x="552450" y="3821113"/>
            <a:ext cx="8105775" cy="533400"/>
          </a:xfrm>
          <a:prstGeom prst="flowChartAlternateProcess">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40000"/>
              </a:spcBef>
              <a:buClr>
                <a:srgbClr val="E77817"/>
              </a:buClr>
              <a:buSzPct val="120000"/>
              <a:buFont typeface="Arial" charset="0"/>
              <a:buChar char="»"/>
              <a:defRPr sz="1900">
                <a:solidFill>
                  <a:schemeClr val="tx1"/>
                </a:solidFill>
                <a:latin typeface="Arial" charset="0"/>
              </a:defRPr>
            </a:lvl1pPr>
            <a:lvl2pPr marL="742950" indent="-285750">
              <a:spcBef>
                <a:spcPct val="40000"/>
              </a:spcBef>
              <a:buClr>
                <a:schemeClr val="bg2"/>
              </a:buClr>
              <a:buChar char="•"/>
              <a:defRPr sz="1700">
                <a:solidFill>
                  <a:schemeClr val="tx1"/>
                </a:solidFill>
                <a:latin typeface="Arial" charset="0"/>
              </a:defRPr>
            </a:lvl2pPr>
            <a:lvl3pPr marL="1143000" indent="-228600">
              <a:spcBef>
                <a:spcPct val="40000"/>
              </a:spcBef>
              <a:buClr>
                <a:schemeClr val="bg2"/>
              </a:buClr>
              <a:buSzPct val="80000"/>
              <a:buChar char="•"/>
              <a:defRPr sz="1700">
                <a:solidFill>
                  <a:schemeClr val="tx1"/>
                </a:solidFill>
                <a:latin typeface="Arial" charset="0"/>
              </a:defRPr>
            </a:lvl3pPr>
            <a:lvl4pPr marL="1600200" indent="-228600">
              <a:spcBef>
                <a:spcPct val="40000"/>
              </a:spcBef>
              <a:buClr>
                <a:schemeClr val="bg2"/>
              </a:buClr>
              <a:buSzPct val="80000"/>
              <a:buChar char="•"/>
              <a:defRPr sz="1500">
                <a:solidFill>
                  <a:schemeClr val="tx1"/>
                </a:solidFill>
                <a:latin typeface="Arial" charset="0"/>
              </a:defRPr>
            </a:lvl4pPr>
            <a:lvl5pPr marL="2057400" indent="-228600">
              <a:lnSpc>
                <a:spcPct val="110000"/>
              </a:lnSpc>
              <a:spcBef>
                <a:spcPct val="40000"/>
              </a:spcBef>
              <a:buClr>
                <a:schemeClr val="bg2"/>
              </a:buClr>
              <a:buSzPct val="60000"/>
              <a:buChar char="–"/>
              <a:defRPr sz="1300">
                <a:solidFill>
                  <a:schemeClr val="tx1"/>
                </a:solidFill>
                <a:latin typeface="Arial"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9pPr>
          </a:lstStyle>
          <a:p>
            <a:pPr marL="285750" indent="-285750">
              <a:lnSpc>
                <a:spcPct val="100000"/>
              </a:lnSpc>
              <a:spcBef>
                <a:spcPct val="0"/>
              </a:spcBef>
              <a:buClrTx/>
              <a:buSzTx/>
              <a:buFont typeface="Wingdings" panose="05000000000000000000" pitchFamily="2" charset="2"/>
              <a:buChar char="v"/>
              <a:defRPr/>
            </a:pPr>
            <a:r>
              <a:rPr lang="en-US" altLang="ja-JP" sz="1800" b="1" i="0" smtClean="0">
                <a:solidFill>
                  <a:schemeClr val="tx1">
                    <a:lumMod val="50000"/>
                  </a:schemeClr>
                </a:solidFill>
                <a:ea typeface="ＭＳ Ｐゴシック" pitchFamily="34" charset="-128"/>
                <a:cs typeface="Arial" charset="0"/>
              </a:rPr>
              <a:t>Q&amp;A						</a:t>
            </a:r>
            <a:endParaRPr lang="ja-JP" altLang="en-US" sz="1800" b="1" i="0" smtClean="0">
              <a:solidFill>
                <a:schemeClr val="tx1">
                  <a:lumMod val="50000"/>
                </a:schemeClr>
              </a:solidFill>
              <a:ea typeface="ＭＳ Ｐゴシック" pitchFamily="34" charset="-128"/>
              <a:cs typeface="Arial" charset="0"/>
            </a:endParaRPr>
          </a:p>
        </p:txBody>
      </p:sp>
      <p:sp>
        <p:nvSpPr>
          <p:cNvPr id="7" name="AutoShape 7"/>
          <p:cNvSpPr>
            <a:spLocks noChangeArrowheads="1"/>
          </p:cNvSpPr>
          <p:nvPr/>
        </p:nvSpPr>
        <p:spPr bwMode="auto">
          <a:xfrm>
            <a:off x="552450" y="1066800"/>
            <a:ext cx="8105775" cy="525463"/>
          </a:xfrm>
          <a:prstGeom prst="flowChartAlternateProcess">
            <a:avLst/>
          </a:prstGeom>
          <a:solidFill>
            <a:srgbClr val="EAEAEA"/>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lnSpc>
                <a:spcPct val="90000"/>
              </a:lnSpc>
              <a:spcBef>
                <a:spcPct val="40000"/>
              </a:spcBef>
              <a:buClr>
                <a:srgbClr val="E77817"/>
              </a:buClr>
              <a:buSzPct val="120000"/>
              <a:buFont typeface="Arial" charset="0"/>
              <a:buChar char="»"/>
              <a:defRPr sz="1900">
                <a:solidFill>
                  <a:schemeClr val="tx1"/>
                </a:solidFill>
                <a:latin typeface="Arial" charset="0"/>
              </a:defRPr>
            </a:lvl1pPr>
            <a:lvl2pPr marL="742950" indent="-285750">
              <a:spcBef>
                <a:spcPct val="40000"/>
              </a:spcBef>
              <a:buClr>
                <a:schemeClr val="bg2"/>
              </a:buClr>
              <a:buChar char="•"/>
              <a:defRPr sz="1700">
                <a:solidFill>
                  <a:schemeClr val="tx1"/>
                </a:solidFill>
                <a:latin typeface="Arial" charset="0"/>
              </a:defRPr>
            </a:lvl2pPr>
            <a:lvl3pPr marL="1143000" indent="-228600">
              <a:spcBef>
                <a:spcPct val="40000"/>
              </a:spcBef>
              <a:buClr>
                <a:schemeClr val="bg2"/>
              </a:buClr>
              <a:buSzPct val="80000"/>
              <a:buChar char="•"/>
              <a:defRPr sz="1700">
                <a:solidFill>
                  <a:schemeClr val="tx1"/>
                </a:solidFill>
                <a:latin typeface="Arial" charset="0"/>
              </a:defRPr>
            </a:lvl3pPr>
            <a:lvl4pPr marL="1600200" indent="-228600">
              <a:spcBef>
                <a:spcPct val="40000"/>
              </a:spcBef>
              <a:buClr>
                <a:schemeClr val="bg2"/>
              </a:buClr>
              <a:buSzPct val="80000"/>
              <a:buChar char="•"/>
              <a:defRPr sz="1500">
                <a:solidFill>
                  <a:schemeClr val="tx1"/>
                </a:solidFill>
                <a:latin typeface="Arial" charset="0"/>
              </a:defRPr>
            </a:lvl4pPr>
            <a:lvl5pPr marL="2057400" indent="-228600">
              <a:lnSpc>
                <a:spcPct val="110000"/>
              </a:lnSpc>
              <a:spcBef>
                <a:spcPct val="40000"/>
              </a:spcBef>
              <a:buClr>
                <a:schemeClr val="bg2"/>
              </a:buClr>
              <a:buSzPct val="60000"/>
              <a:buChar char="–"/>
              <a:defRPr sz="1300">
                <a:solidFill>
                  <a:schemeClr val="tx1"/>
                </a:solidFill>
                <a:latin typeface="Arial" charset="0"/>
              </a:defRPr>
            </a:lvl5pPr>
            <a:lvl6pPr marL="25146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6pPr>
            <a:lvl7pPr marL="29718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7pPr>
            <a:lvl8pPr marL="34290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8pPr>
            <a:lvl9pPr marL="3886200" indent="-228600" eaLnBrk="0" fontAlgn="base" hangingPunct="0">
              <a:lnSpc>
                <a:spcPct val="110000"/>
              </a:lnSpc>
              <a:spcBef>
                <a:spcPct val="40000"/>
              </a:spcBef>
              <a:spcAft>
                <a:spcPct val="0"/>
              </a:spcAft>
              <a:buClr>
                <a:schemeClr val="bg2"/>
              </a:buClr>
              <a:buSzPct val="60000"/>
              <a:buChar char="–"/>
              <a:defRPr sz="1300">
                <a:solidFill>
                  <a:schemeClr val="tx1"/>
                </a:solidFill>
                <a:latin typeface="Arial" charset="0"/>
              </a:defRPr>
            </a:lvl9pPr>
          </a:lstStyle>
          <a:p>
            <a:pPr marL="171450" indent="-171450">
              <a:lnSpc>
                <a:spcPct val="100000"/>
              </a:lnSpc>
              <a:spcBef>
                <a:spcPct val="0"/>
              </a:spcBef>
              <a:buClrTx/>
              <a:buSzTx/>
              <a:buFont typeface="Wingdings" panose="05000000000000000000" pitchFamily="2" charset="2"/>
              <a:buChar char="v"/>
              <a:defRPr/>
            </a:pPr>
            <a:r>
              <a:rPr lang="en-US" altLang="ja-JP" sz="1800" b="1" i="0" smtClean="0">
                <a:solidFill>
                  <a:schemeClr val="tx1">
                    <a:lumMod val="50000"/>
                  </a:schemeClr>
                </a:solidFill>
                <a:ea typeface="ＭＳ Ｐゴシック" pitchFamily="34" charset="-128"/>
                <a:cs typeface="Arial" charset="0"/>
              </a:rPr>
              <a:t> Mock Project </a:t>
            </a:r>
            <a:r>
              <a:rPr lang="en-US" altLang="en-US" sz="1800" b="1" i="0" smtClean="0">
                <a:solidFill>
                  <a:schemeClr val="tx1">
                    <a:lumMod val="50000"/>
                  </a:schemeClr>
                </a:solidFill>
                <a:cs typeface="Arial" charset="0"/>
              </a:rPr>
              <a:t>Overview 			</a:t>
            </a:r>
            <a:endParaRPr lang="ja-JP" altLang="en-US" sz="1800" b="1" i="0" smtClean="0">
              <a:solidFill>
                <a:schemeClr val="tx1">
                  <a:lumMod val="50000"/>
                </a:schemeClr>
              </a:solidFill>
              <a:ea typeface="ＭＳ Ｐゴシック" pitchFamily="34" charset="-128"/>
              <a:cs typeface="Arial"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152400" y="12700"/>
            <a:ext cx="8839200" cy="790575"/>
          </a:xfrm>
        </p:spPr>
        <p:txBody>
          <a:bodyPr/>
          <a:lstStyle/>
          <a:p>
            <a:r>
              <a:rPr lang="en-US" altLang="en-US" smtClean="0"/>
              <a:t>Mock Project Overview (1/2)</a:t>
            </a:r>
          </a:p>
        </p:txBody>
      </p:sp>
      <p:sp>
        <p:nvSpPr>
          <p:cNvPr id="5123" name="Content Placeholder 2"/>
          <p:cNvSpPr>
            <a:spLocks noGrp="1"/>
          </p:cNvSpPr>
          <p:nvPr>
            <p:ph idx="1"/>
          </p:nvPr>
        </p:nvSpPr>
        <p:spPr>
          <a:xfrm>
            <a:off x="285750" y="762000"/>
            <a:ext cx="8553450" cy="5410200"/>
          </a:xfrm>
        </p:spPr>
        <p:txBody>
          <a:bodyPr/>
          <a:lstStyle/>
          <a:p>
            <a:pPr algn="just">
              <a:lnSpc>
                <a:spcPct val="110000"/>
              </a:lnSpc>
              <a:spcBef>
                <a:spcPct val="0"/>
              </a:spcBef>
              <a:spcAft>
                <a:spcPts val="900"/>
              </a:spcAft>
              <a:defRPr/>
            </a:pPr>
            <a:r>
              <a:rPr lang="vi-VN" altLang="en-US" sz="2000" smtClean="0"/>
              <a:t>MockProject là giai đoạn cuối cùng trong chương trình đào tạo fresher nhằm giúp học viên (HV) </a:t>
            </a:r>
            <a:r>
              <a:rPr lang="vi-VN" altLang="en-US" sz="2000" i="1" smtClean="0"/>
              <a:t>thực hành lặp đi lặp lại các kỹ năng cần thiết </a:t>
            </a:r>
            <a:r>
              <a:rPr lang="vi-VN" altLang="en-US" sz="2000" smtClean="0"/>
              <a:t>cho đến khi hình thành thói quen. </a:t>
            </a:r>
            <a:endParaRPr lang="en-US" altLang="en-US" sz="2000" smtClean="0"/>
          </a:p>
          <a:p>
            <a:pPr algn="just">
              <a:lnSpc>
                <a:spcPct val="110000"/>
              </a:lnSpc>
              <a:spcBef>
                <a:spcPct val="0"/>
              </a:spcBef>
              <a:spcAft>
                <a:spcPts val="900"/>
              </a:spcAft>
              <a:defRPr/>
            </a:pPr>
            <a:r>
              <a:rPr lang="en-US" altLang="en-US" sz="2000" smtClean="0"/>
              <a:t>Học viên sẽ làm việc trong một dự án phần mềm giả lập đặc thù Fsoft với các kịch bản công việc được sắp xếp sẵn từ trước, sao cho </a:t>
            </a:r>
            <a:r>
              <a:rPr lang="en-US" altLang="en-US" sz="2000" i="1" smtClean="0"/>
              <a:t>sát nhất với các dự án thực tế của Fsoft</a:t>
            </a:r>
            <a:r>
              <a:rPr lang="en-US" altLang="en-US" sz="2000" smtClean="0"/>
              <a:t>.</a:t>
            </a:r>
          </a:p>
          <a:p>
            <a:pPr algn="just">
              <a:lnSpc>
                <a:spcPct val="110000"/>
              </a:lnSpc>
              <a:spcBef>
                <a:spcPct val="0"/>
              </a:spcBef>
              <a:spcAft>
                <a:spcPts val="900"/>
              </a:spcAft>
              <a:defRPr/>
            </a:pPr>
            <a:r>
              <a:rPr lang="en-US" altLang="en-US" sz="2000" b="1" smtClean="0"/>
              <a:t>Các hoạt động:</a:t>
            </a:r>
          </a:p>
          <a:p>
            <a:pPr lvl="1">
              <a:lnSpc>
                <a:spcPct val="110000"/>
              </a:lnSpc>
              <a:spcBef>
                <a:spcPct val="0"/>
              </a:spcBef>
              <a:spcAft>
                <a:spcPts val="900"/>
              </a:spcAft>
              <a:defRPr/>
            </a:pPr>
            <a:r>
              <a:rPr lang="en-US" altLang="en-US" sz="1800" i="1" smtClean="0"/>
              <a:t>Tiếp nhận công việc.</a:t>
            </a:r>
          </a:p>
          <a:p>
            <a:pPr lvl="2">
              <a:lnSpc>
                <a:spcPct val="110000"/>
              </a:lnSpc>
              <a:spcBef>
                <a:spcPct val="0"/>
              </a:spcBef>
              <a:spcAft>
                <a:spcPts val="900"/>
              </a:spcAft>
              <a:buFont typeface="Wingdings" panose="05000000000000000000" pitchFamily="2" charset="2"/>
              <a:buChar char="ü"/>
              <a:defRPr/>
            </a:pPr>
            <a:r>
              <a:rPr lang="en-US" altLang="en-US" sz="1800" smtClean="0"/>
              <a:t>Tiếp nhận SRS, template, Check list file</a:t>
            </a:r>
          </a:p>
          <a:p>
            <a:pPr lvl="2">
              <a:lnSpc>
                <a:spcPct val="110000"/>
              </a:lnSpc>
              <a:spcBef>
                <a:spcPct val="0"/>
              </a:spcBef>
              <a:spcAft>
                <a:spcPts val="900"/>
              </a:spcAft>
              <a:buFont typeface="Wingdings" panose="05000000000000000000" pitchFamily="2" charset="2"/>
              <a:buChar char="ü"/>
              <a:defRPr/>
            </a:pPr>
            <a:r>
              <a:rPr lang="en-US" altLang="en-US" sz="1800" smtClean="0"/>
              <a:t>Kỷ luật cần tuân thủ trong dự án</a:t>
            </a:r>
          </a:p>
          <a:p>
            <a:pPr lvl="2">
              <a:lnSpc>
                <a:spcPct val="110000"/>
              </a:lnSpc>
              <a:spcBef>
                <a:spcPct val="0"/>
              </a:spcBef>
              <a:spcAft>
                <a:spcPts val="900"/>
              </a:spcAft>
              <a:buFont typeface="Wingdings" panose="05000000000000000000" pitchFamily="2" charset="2"/>
              <a:buChar char="ü"/>
              <a:defRPr/>
            </a:pPr>
            <a:endParaRPr lang="en-US" altLang="en-US" sz="1800" smtClean="0"/>
          </a:p>
          <a:p>
            <a:pPr lvl="2">
              <a:lnSpc>
                <a:spcPct val="110000"/>
              </a:lnSpc>
              <a:spcBef>
                <a:spcPct val="0"/>
              </a:spcBef>
              <a:spcAft>
                <a:spcPts val="900"/>
              </a:spcAft>
              <a:buFont typeface="Wingdings" panose="05000000000000000000" pitchFamily="2" charset="2"/>
              <a:buChar char="ü"/>
              <a:defRPr/>
            </a:pPr>
            <a:endParaRPr lang="en-US" altLang="en-US" sz="180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52400" y="12700"/>
            <a:ext cx="8839200" cy="790575"/>
          </a:xfrm>
        </p:spPr>
        <p:txBody>
          <a:bodyPr/>
          <a:lstStyle/>
          <a:p>
            <a:r>
              <a:rPr lang="en-US" altLang="en-US" smtClean="0"/>
              <a:t>Mock Project Overview (2/2)</a:t>
            </a:r>
          </a:p>
        </p:txBody>
      </p:sp>
      <p:sp>
        <p:nvSpPr>
          <p:cNvPr id="5123" name="Content Placeholder 2"/>
          <p:cNvSpPr>
            <a:spLocks noGrp="1"/>
          </p:cNvSpPr>
          <p:nvPr>
            <p:ph idx="1"/>
          </p:nvPr>
        </p:nvSpPr>
        <p:spPr>
          <a:xfrm>
            <a:off x="285750" y="762000"/>
            <a:ext cx="8553450" cy="5135563"/>
          </a:xfrm>
        </p:spPr>
        <p:txBody>
          <a:bodyPr/>
          <a:lstStyle/>
          <a:p>
            <a:pPr>
              <a:lnSpc>
                <a:spcPct val="110000"/>
              </a:lnSpc>
              <a:spcBef>
                <a:spcPct val="0"/>
              </a:spcBef>
              <a:spcAft>
                <a:spcPts val="900"/>
              </a:spcAft>
              <a:defRPr/>
            </a:pPr>
            <a:r>
              <a:rPr lang="en-US" altLang="en-US" sz="2000" b="1" smtClean="0"/>
              <a:t>Các hoạt động:</a:t>
            </a:r>
            <a:endParaRPr lang="en-US" altLang="en-US" sz="2000" smtClean="0"/>
          </a:p>
          <a:p>
            <a:pPr lvl="1">
              <a:lnSpc>
                <a:spcPct val="110000"/>
              </a:lnSpc>
              <a:spcBef>
                <a:spcPct val="0"/>
              </a:spcBef>
              <a:spcAft>
                <a:spcPts val="900"/>
              </a:spcAft>
              <a:defRPr/>
            </a:pPr>
            <a:r>
              <a:rPr lang="en-US" altLang="en-US" sz="1800" i="1" smtClean="0"/>
              <a:t>Các hoạt động kỹ thuật cơ bản, bao gồm các công việc cụ thể sau:</a:t>
            </a:r>
          </a:p>
          <a:p>
            <a:pPr lvl="2">
              <a:lnSpc>
                <a:spcPct val="110000"/>
              </a:lnSpc>
              <a:spcBef>
                <a:spcPct val="0"/>
              </a:spcBef>
              <a:spcAft>
                <a:spcPts val="900"/>
              </a:spcAft>
              <a:buFont typeface="Wingdings" panose="05000000000000000000" pitchFamily="2" charset="2"/>
              <a:buChar char="ü"/>
              <a:defRPr/>
            </a:pPr>
            <a:r>
              <a:rPr lang="en-US" altLang="en-US" sz="1800" smtClean="0"/>
              <a:t>Đọc hiểu yêu cầu khách hàng.</a:t>
            </a:r>
          </a:p>
          <a:p>
            <a:pPr lvl="2">
              <a:lnSpc>
                <a:spcPct val="110000"/>
              </a:lnSpc>
              <a:spcBef>
                <a:spcPct val="0"/>
              </a:spcBef>
              <a:spcAft>
                <a:spcPts val="900"/>
              </a:spcAft>
              <a:buFont typeface="Wingdings" panose="05000000000000000000" pitchFamily="2" charset="2"/>
              <a:buChar char="ü"/>
              <a:defRPr/>
            </a:pPr>
            <a:r>
              <a:rPr lang="en-US" altLang="en-US" sz="1800" smtClean="0"/>
              <a:t>Đọc hiểu tài liệu thiết kế phần mềm</a:t>
            </a:r>
          </a:p>
          <a:p>
            <a:pPr lvl="2">
              <a:lnSpc>
                <a:spcPct val="110000"/>
              </a:lnSpc>
              <a:spcBef>
                <a:spcPct val="0"/>
              </a:spcBef>
              <a:spcAft>
                <a:spcPts val="900"/>
              </a:spcAft>
              <a:buFont typeface="Wingdings" panose="05000000000000000000" pitchFamily="2" charset="2"/>
              <a:buChar char="ü"/>
              <a:defRPr/>
            </a:pPr>
            <a:r>
              <a:rPr lang="en-US" altLang="en-US" sz="1800" smtClean="0"/>
              <a:t>Chuẩn bị tài liệu unit test case</a:t>
            </a:r>
          </a:p>
          <a:p>
            <a:pPr lvl="2">
              <a:lnSpc>
                <a:spcPct val="110000"/>
              </a:lnSpc>
              <a:spcBef>
                <a:spcPct val="0"/>
              </a:spcBef>
              <a:spcAft>
                <a:spcPts val="900"/>
              </a:spcAft>
              <a:buFont typeface="Wingdings" panose="05000000000000000000" pitchFamily="2" charset="2"/>
              <a:buChar char="ü"/>
              <a:defRPr/>
            </a:pPr>
            <a:r>
              <a:rPr lang="en-US" altLang="en-US" sz="1800" smtClean="0"/>
              <a:t>Viết code theo thiết kế</a:t>
            </a:r>
          </a:p>
          <a:p>
            <a:pPr lvl="2">
              <a:lnSpc>
                <a:spcPct val="110000"/>
              </a:lnSpc>
              <a:spcBef>
                <a:spcPct val="0"/>
              </a:spcBef>
              <a:spcAft>
                <a:spcPts val="900"/>
              </a:spcAft>
              <a:buFont typeface="Wingdings" panose="05000000000000000000" pitchFamily="2" charset="2"/>
              <a:buChar char="ü"/>
              <a:defRPr/>
            </a:pPr>
            <a:r>
              <a:rPr lang="en-US" altLang="en-US" sz="1800" smtClean="0"/>
              <a:t>Thực hiện code review &amp; sửa lỗi</a:t>
            </a:r>
          </a:p>
          <a:p>
            <a:pPr lvl="2">
              <a:lnSpc>
                <a:spcPct val="110000"/>
              </a:lnSpc>
              <a:spcBef>
                <a:spcPct val="0"/>
              </a:spcBef>
              <a:spcAft>
                <a:spcPts val="900"/>
              </a:spcAft>
              <a:buFont typeface="Wingdings" panose="05000000000000000000" pitchFamily="2" charset="2"/>
              <a:buChar char="ü"/>
              <a:defRPr/>
            </a:pPr>
            <a:r>
              <a:rPr lang="en-US" altLang="en-US" sz="1800" smtClean="0"/>
              <a:t>Thực hiện unit test &amp; sửa lỗi</a:t>
            </a:r>
            <a:endParaRPr lang="en-US" altLang="en-US" sz="2000" smtClean="0"/>
          </a:p>
          <a:p>
            <a:pPr lvl="1">
              <a:defRPr/>
            </a:pPr>
            <a:r>
              <a:rPr lang="en-US" altLang="en-US" sz="1800" i="1" smtClean="0"/>
              <a:t>Các hoạt động kỹ thuật, bổ trợ khác, bao gồm:</a:t>
            </a:r>
          </a:p>
          <a:p>
            <a:pPr lvl="2">
              <a:buFont typeface="Wingdings" panose="05000000000000000000" pitchFamily="2" charset="2"/>
              <a:buChar char="ü"/>
              <a:defRPr/>
            </a:pPr>
            <a:r>
              <a:rPr lang="en-US" altLang="en-US" sz="1800" smtClean="0"/>
              <a:t>Khai báo Timesheet và báo cáo trạng thái công việc hàng ngày</a:t>
            </a:r>
          </a:p>
          <a:p>
            <a:pPr lvl="2">
              <a:buFont typeface="Wingdings" panose="05000000000000000000" pitchFamily="2" charset="2"/>
              <a:buChar char="ü"/>
              <a:defRPr/>
            </a:pPr>
            <a:r>
              <a:rPr lang="en-US" altLang="en-US" sz="1800" smtClean="0"/>
              <a:t>Log, track lỗi trong DMS</a:t>
            </a:r>
          </a:p>
          <a:p>
            <a:pPr lvl="1">
              <a:defRPr/>
            </a:pPr>
            <a:r>
              <a:rPr lang="en-US" altLang="en-US" sz="1800" i="1" smtClean="0"/>
              <a:t>Quản lý cấu hình</a:t>
            </a:r>
            <a:endParaRPr lang="en-US" altLang="en-US" sz="3800" i="1"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12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3">
                                            <p:txEl>
                                              <p:pRg st="10" end="1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12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76225" y="76200"/>
            <a:ext cx="8562975" cy="790575"/>
          </a:xfrm>
        </p:spPr>
        <p:txBody>
          <a:bodyPr/>
          <a:lstStyle/>
          <a:p>
            <a:r>
              <a:rPr lang="en-US" altLang="en-US" smtClean="0"/>
              <a:t>Process Overview</a:t>
            </a:r>
          </a:p>
        </p:txBody>
      </p:sp>
      <p:sp>
        <p:nvSpPr>
          <p:cNvPr id="2457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000" i="1">
                <a:solidFill>
                  <a:srgbClr val="5E93AE"/>
                </a:solidFill>
                <a:latin typeface="Arial" panose="020B0604020202020204" pitchFamily="34" charset="0"/>
                <a:cs typeface="Arial" panose="020B0604020202020204" pitchFamily="34" charset="0"/>
              </a:defRPr>
            </a:lvl1pPr>
            <a:lvl2pPr marL="742950" indent="-285750">
              <a:defRPr sz="1000" i="1">
                <a:solidFill>
                  <a:srgbClr val="5E93AE"/>
                </a:solidFill>
                <a:latin typeface="Arial" panose="020B0604020202020204" pitchFamily="34" charset="0"/>
                <a:cs typeface="Arial" panose="020B0604020202020204" pitchFamily="34" charset="0"/>
              </a:defRPr>
            </a:lvl2pPr>
            <a:lvl3pPr marL="1143000" indent="-228600">
              <a:defRPr sz="1000" i="1">
                <a:solidFill>
                  <a:srgbClr val="5E93AE"/>
                </a:solidFill>
                <a:latin typeface="Arial" panose="020B0604020202020204" pitchFamily="34" charset="0"/>
                <a:cs typeface="Arial" panose="020B0604020202020204" pitchFamily="34" charset="0"/>
              </a:defRPr>
            </a:lvl3pPr>
            <a:lvl4pPr marL="1600200" indent="-228600">
              <a:defRPr sz="1000" i="1">
                <a:solidFill>
                  <a:srgbClr val="5E93AE"/>
                </a:solidFill>
                <a:latin typeface="Arial" panose="020B0604020202020204" pitchFamily="34" charset="0"/>
                <a:cs typeface="Arial" panose="020B0604020202020204" pitchFamily="34" charset="0"/>
              </a:defRPr>
            </a:lvl4pPr>
            <a:lvl5pPr marL="2057400" indent="-228600">
              <a:defRPr sz="1000" i="1">
                <a:solidFill>
                  <a:srgbClr val="5E93AE"/>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i="1">
                <a:solidFill>
                  <a:srgbClr val="5E93AE"/>
                </a:solidFill>
                <a:latin typeface="Arial" panose="020B0604020202020204" pitchFamily="34" charset="0"/>
                <a:cs typeface="Arial" panose="020B0604020202020204" pitchFamily="34" charset="0"/>
              </a:defRPr>
            </a:lvl9pPr>
          </a:lstStyle>
          <a:p>
            <a:endParaRPr lang="en-US" altLang="en-US"/>
          </a:p>
        </p:txBody>
      </p:sp>
      <p:graphicFrame>
        <p:nvGraphicFramePr>
          <p:cNvPr id="4" name="Table 3"/>
          <p:cNvGraphicFramePr>
            <a:graphicFrameLocks noGrp="1"/>
          </p:cNvGraphicFramePr>
          <p:nvPr/>
        </p:nvGraphicFramePr>
        <p:xfrm>
          <a:off x="1828800" y="838200"/>
          <a:ext cx="6781800" cy="4953001"/>
        </p:xfrm>
        <a:graphic>
          <a:graphicData uri="http://schemas.openxmlformats.org/drawingml/2006/table">
            <a:tbl>
              <a:tblPr firstRow="1" firstCol="1" bandRow="1">
                <a:tableStyleId>{5C22544A-7EE6-4342-B048-85BDC9FD1C3A}</a:tableStyleId>
              </a:tblPr>
              <a:tblGrid>
                <a:gridCol w="279663"/>
                <a:gridCol w="1980937"/>
                <a:gridCol w="484414"/>
                <a:gridCol w="4036786"/>
              </a:tblGrid>
              <a:tr h="518629">
                <a:tc>
                  <a:txBody>
                    <a:bodyPr/>
                    <a:lstStyle/>
                    <a:p>
                      <a:pPr>
                        <a:spcAft>
                          <a:spcPts val="600"/>
                        </a:spcAft>
                      </a:pPr>
                      <a:r>
                        <a:rPr lang="en-US" sz="1300">
                          <a:solidFill>
                            <a:schemeClr val="tx1">
                              <a:lumMod val="50000"/>
                            </a:schemeClr>
                          </a:solidFill>
                          <a:effectLst/>
                        </a:rPr>
                        <a:t>#</a:t>
                      </a:r>
                      <a:endParaRPr lang="en-US" sz="1300">
                        <a:solidFill>
                          <a:schemeClr val="tx1">
                            <a:lumMod val="50000"/>
                          </a:schemeClr>
                        </a:solidFill>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300">
                          <a:solidFill>
                            <a:schemeClr val="tx1">
                              <a:lumMod val="50000"/>
                            </a:schemeClr>
                          </a:solidFill>
                          <a:effectLst/>
                        </a:rPr>
                        <a:t>Công việc</a:t>
                      </a:r>
                      <a:endParaRPr lang="en-US" sz="1300">
                        <a:solidFill>
                          <a:schemeClr val="tx1">
                            <a:lumMod val="50000"/>
                          </a:schemeClr>
                        </a:solidFill>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300">
                          <a:solidFill>
                            <a:schemeClr val="tx1">
                              <a:lumMod val="50000"/>
                            </a:schemeClr>
                          </a:solidFill>
                          <a:effectLst/>
                        </a:rPr>
                        <a:t>T/g </a:t>
                      </a:r>
                      <a:r>
                        <a:rPr lang="vi-VN" sz="1300">
                          <a:solidFill>
                            <a:schemeClr val="tx1">
                              <a:lumMod val="50000"/>
                            </a:schemeClr>
                          </a:solidFill>
                          <a:effectLst/>
                        </a:rPr>
                        <a:t>(d)</a:t>
                      </a:r>
                      <a:endParaRPr lang="en-US" sz="1300">
                        <a:solidFill>
                          <a:schemeClr val="tx1">
                            <a:lumMod val="50000"/>
                          </a:schemeClr>
                        </a:solidFill>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300">
                          <a:solidFill>
                            <a:schemeClr val="tx1">
                              <a:lumMod val="50000"/>
                            </a:schemeClr>
                          </a:solidFill>
                          <a:effectLst/>
                        </a:rPr>
                        <a:t>Sản phẩm đánh giá</a:t>
                      </a:r>
                      <a:endParaRPr lang="en-US" sz="1300">
                        <a:solidFill>
                          <a:schemeClr val="tx1">
                            <a:lumMod val="50000"/>
                          </a:schemeClr>
                        </a:solidFill>
                        <a:effectLst/>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35918">
                <a:tc>
                  <a:txBody>
                    <a:bodyPr/>
                    <a:lstStyle/>
                    <a:p>
                      <a:pPr>
                        <a:spcAft>
                          <a:spcPts val="600"/>
                        </a:spcAft>
                      </a:pPr>
                      <a:r>
                        <a:rPr lang="en-US" sz="1300">
                          <a:solidFill>
                            <a:schemeClr val="tx1">
                              <a:lumMod val="50000"/>
                            </a:schemeClr>
                          </a:solidFill>
                          <a:effectLst/>
                        </a:rPr>
                        <a:t>1</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smtClean="0">
                          <a:solidFill>
                            <a:schemeClr val="tx1">
                              <a:lumMod val="50000"/>
                            </a:schemeClr>
                          </a:solidFill>
                          <a:effectLst/>
                        </a:rPr>
                        <a:t>Study requirement</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latin typeface="+mn-lt"/>
                          <a:ea typeface="+mn-ea"/>
                          <a:cs typeface="+mn-cs"/>
                        </a:rPr>
                        <a:t>0.5</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smtClean="0">
                          <a:solidFill>
                            <a:schemeClr val="tx1">
                              <a:lumMod val="50000"/>
                            </a:schemeClr>
                          </a:solidFill>
                          <a:effectLst/>
                        </a:rPr>
                        <a:t>Q&amp;A list</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8682">
                <a:tc>
                  <a:txBody>
                    <a:bodyPr/>
                    <a:lstStyle/>
                    <a:p>
                      <a:pPr>
                        <a:spcAft>
                          <a:spcPts val="600"/>
                        </a:spcAft>
                      </a:pPr>
                      <a:r>
                        <a:rPr lang="en-US" sz="1300">
                          <a:solidFill>
                            <a:schemeClr val="tx1">
                              <a:lumMod val="50000"/>
                            </a:schemeClr>
                          </a:solidFill>
                          <a:effectLst/>
                        </a:rPr>
                        <a:t>2</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Thiết kế chương </a:t>
                      </a:r>
                      <a:r>
                        <a:rPr lang="en-US" sz="1100" b="1" smtClean="0">
                          <a:solidFill>
                            <a:schemeClr val="tx1">
                              <a:lumMod val="50000"/>
                            </a:schemeClr>
                          </a:solidFill>
                          <a:effectLst/>
                        </a:rPr>
                        <a:t>trình</a:t>
                      </a:r>
                    </a:p>
                    <a:p>
                      <a:pPr>
                        <a:spcAft>
                          <a:spcPts val="600"/>
                        </a:spcAft>
                      </a:pPr>
                      <a:r>
                        <a:rPr lang="en-US" sz="1100" b="1" smtClean="0">
                          <a:solidFill>
                            <a:schemeClr val="tx1">
                              <a:lumMod val="50000"/>
                            </a:schemeClr>
                          </a:solidFill>
                          <a:effectLst/>
                          <a:latin typeface="Calibri"/>
                          <a:ea typeface="Calibri"/>
                          <a:cs typeface="Times New Roman"/>
                        </a:rPr>
                        <a:t>(Basic</a:t>
                      </a:r>
                      <a:r>
                        <a:rPr lang="en-US" sz="1100" b="1" baseline="0" smtClean="0">
                          <a:solidFill>
                            <a:schemeClr val="tx1">
                              <a:lumMod val="50000"/>
                            </a:schemeClr>
                          </a:solidFill>
                          <a:effectLst/>
                          <a:latin typeface="Calibri"/>
                          <a:ea typeface="Calibri"/>
                          <a:cs typeface="Times New Roman"/>
                        </a:rPr>
                        <a:t> design)</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rPr>
                        <a:t>1.0</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smtClean="0">
                          <a:solidFill>
                            <a:schemeClr val="tx1">
                              <a:lumMod val="50000"/>
                            </a:schemeClr>
                          </a:solidFill>
                          <a:effectLst/>
                        </a:rPr>
                        <a:t>Screen design,</a:t>
                      </a:r>
                      <a:r>
                        <a:rPr lang="en-US" sz="1100" baseline="0" smtClean="0">
                          <a:solidFill>
                            <a:schemeClr val="tx1">
                              <a:lumMod val="50000"/>
                            </a:schemeClr>
                          </a:solidFill>
                          <a:effectLst/>
                        </a:rPr>
                        <a:t> DB design</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8682">
                <a:tc>
                  <a:txBody>
                    <a:bodyPr/>
                    <a:lstStyle/>
                    <a:p>
                      <a:pPr>
                        <a:spcAft>
                          <a:spcPts val="600"/>
                        </a:spcAft>
                      </a:pPr>
                      <a:r>
                        <a:rPr lang="en-US" sz="1300">
                          <a:solidFill>
                            <a:schemeClr val="tx1">
                              <a:lumMod val="50000"/>
                            </a:schemeClr>
                          </a:solidFill>
                          <a:effectLst/>
                        </a:rPr>
                        <a:t>3</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Viết unit-test (UT) cases</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latin typeface="+mn-lt"/>
                          <a:ea typeface="+mn-ea"/>
                          <a:cs typeface="+mn-cs"/>
                        </a:rPr>
                        <a:t>1.0</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a:solidFill>
                            <a:schemeClr val="tx1">
                              <a:lumMod val="50000"/>
                            </a:schemeClr>
                          </a:solidFill>
                          <a:effectLst/>
                        </a:rPr>
                        <a:t>High-Level UT Case Document</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06885">
                <a:tc>
                  <a:txBody>
                    <a:bodyPr/>
                    <a:lstStyle/>
                    <a:p>
                      <a:pPr>
                        <a:spcAft>
                          <a:spcPts val="600"/>
                        </a:spcAft>
                      </a:pPr>
                      <a:r>
                        <a:rPr lang="en-US" sz="1300">
                          <a:solidFill>
                            <a:schemeClr val="tx1">
                              <a:lumMod val="50000"/>
                            </a:schemeClr>
                          </a:solidFill>
                          <a:effectLst/>
                        </a:rPr>
                        <a:t>4</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Code &amp; Self review</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rPr>
                        <a:t>3.0</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a:solidFill>
                            <a:schemeClr val="tx1">
                              <a:lumMod val="50000"/>
                            </a:schemeClr>
                          </a:solidFill>
                          <a:effectLst/>
                        </a:rPr>
                        <a:t>Source Codes, Filled Code Review Checklist</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98682">
                <a:tc>
                  <a:txBody>
                    <a:bodyPr/>
                    <a:lstStyle/>
                    <a:p>
                      <a:pPr>
                        <a:spcAft>
                          <a:spcPts val="600"/>
                        </a:spcAft>
                      </a:pPr>
                      <a:r>
                        <a:rPr lang="en-US" sz="1300">
                          <a:solidFill>
                            <a:schemeClr val="tx1">
                              <a:lumMod val="50000"/>
                            </a:schemeClr>
                          </a:solidFill>
                          <a:effectLst/>
                        </a:rPr>
                        <a:t>5</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Update UT cases</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rPr>
                        <a:t>1.0</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a:solidFill>
                            <a:schemeClr val="tx1">
                              <a:lumMod val="50000"/>
                            </a:schemeClr>
                          </a:solidFill>
                          <a:effectLst/>
                        </a:rPr>
                        <a:t>UT Case Document</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57208">
                <a:tc>
                  <a:txBody>
                    <a:bodyPr/>
                    <a:lstStyle/>
                    <a:p>
                      <a:pPr>
                        <a:spcAft>
                          <a:spcPts val="600"/>
                        </a:spcAft>
                      </a:pPr>
                      <a:r>
                        <a:rPr lang="en-US" sz="1300">
                          <a:solidFill>
                            <a:schemeClr val="tx1">
                              <a:lumMod val="50000"/>
                            </a:schemeClr>
                          </a:solidFill>
                          <a:effectLst/>
                        </a:rPr>
                        <a:t>5</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Execute UT &amp; Fix bugs</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a:solidFill>
                            <a:schemeClr val="tx1">
                              <a:lumMod val="50000"/>
                            </a:schemeClr>
                          </a:solidFill>
                          <a:effectLst/>
                        </a:rPr>
                        <a:t>2.5</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u="sng">
                          <a:solidFill>
                            <a:schemeClr val="tx1">
                              <a:lumMod val="50000"/>
                            </a:schemeClr>
                          </a:solidFill>
                          <a:effectLst/>
                        </a:rPr>
                        <a:t>P1</a:t>
                      </a:r>
                      <a:r>
                        <a:rPr lang="en-US" sz="1100">
                          <a:solidFill>
                            <a:schemeClr val="tx1">
                              <a:lumMod val="50000"/>
                            </a:schemeClr>
                          </a:solidFill>
                          <a:effectLst/>
                        </a:rPr>
                        <a:t>: UT Report1, Logged Bugs, Updated Codes (1d)</a:t>
                      </a:r>
                    </a:p>
                    <a:p>
                      <a:pPr>
                        <a:spcAft>
                          <a:spcPts val="600"/>
                        </a:spcAft>
                      </a:pPr>
                      <a:r>
                        <a:rPr lang="en-US" sz="1100" u="sng">
                          <a:solidFill>
                            <a:schemeClr val="tx1">
                              <a:lumMod val="50000"/>
                            </a:schemeClr>
                          </a:solidFill>
                          <a:effectLst/>
                        </a:rPr>
                        <a:t>P2</a:t>
                      </a:r>
                      <a:r>
                        <a:rPr lang="en-US" sz="1100">
                          <a:solidFill>
                            <a:schemeClr val="tx1">
                              <a:lumMod val="50000"/>
                            </a:schemeClr>
                          </a:solidFill>
                          <a:effectLst/>
                        </a:rPr>
                        <a:t>: UT Report2, Updated Codes, UT Scripts (1.5d)</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38315">
                <a:tc>
                  <a:txBody>
                    <a:bodyPr/>
                    <a:lstStyle/>
                    <a:p>
                      <a:pPr>
                        <a:spcAft>
                          <a:spcPts val="600"/>
                        </a:spcAft>
                      </a:pPr>
                      <a:r>
                        <a:rPr lang="en-US" sz="1300">
                          <a:solidFill>
                            <a:schemeClr val="tx1">
                              <a:lumMod val="50000"/>
                            </a:schemeClr>
                          </a:solidFill>
                          <a:effectLst/>
                        </a:rPr>
                        <a:t>6</a:t>
                      </a:r>
                      <a:endParaRPr lang="en-US" sz="13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b="1">
                          <a:solidFill>
                            <a:schemeClr val="tx1">
                              <a:lumMod val="50000"/>
                            </a:schemeClr>
                          </a:solidFill>
                          <a:effectLst/>
                        </a:rPr>
                        <a:t>Milestone Review</a:t>
                      </a:r>
                      <a:endParaRPr lang="en-US" sz="1100" b="1">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600"/>
                        </a:spcAft>
                      </a:pPr>
                      <a:r>
                        <a:rPr lang="en-US" sz="1100" smtClean="0">
                          <a:solidFill>
                            <a:schemeClr val="tx1">
                              <a:lumMod val="50000"/>
                            </a:schemeClr>
                          </a:solidFill>
                          <a:effectLst/>
                        </a:rPr>
                        <a:t>1.0</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Aft>
                          <a:spcPts val="600"/>
                        </a:spcAft>
                      </a:pPr>
                      <a:r>
                        <a:rPr lang="en-US" sz="1100">
                          <a:solidFill>
                            <a:schemeClr val="tx1">
                              <a:lumMod val="50000"/>
                            </a:schemeClr>
                          </a:solidFill>
                          <a:effectLst/>
                        </a:rPr>
                        <a:t>Final products evaluations, team presentation, &amp; milestone review meeting</a:t>
                      </a:r>
                      <a:endParaRPr lang="en-US" sz="1100">
                        <a:solidFill>
                          <a:schemeClr val="tx1">
                            <a:lumMod val="50000"/>
                          </a:schemeClr>
                        </a:solidFill>
                        <a:effectLst/>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24627" name="Picture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85800"/>
            <a:ext cx="1143000" cy="5200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52400" y="12700"/>
            <a:ext cx="8839200" cy="790575"/>
          </a:xfrm>
        </p:spPr>
        <p:txBody>
          <a:bodyPr/>
          <a:lstStyle/>
          <a:p>
            <a:r>
              <a:rPr lang="en-US" altLang="en-US" smtClean="0"/>
              <a:t>Project Preparation (1/2)</a:t>
            </a:r>
          </a:p>
        </p:txBody>
      </p:sp>
      <p:sp>
        <p:nvSpPr>
          <p:cNvPr id="7171" name="Content Placeholder 2"/>
          <p:cNvSpPr>
            <a:spLocks noGrp="1"/>
          </p:cNvSpPr>
          <p:nvPr>
            <p:ph idx="1"/>
          </p:nvPr>
        </p:nvSpPr>
        <p:spPr>
          <a:xfrm>
            <a:off x="285750" y="762000"/>
            <a:ext cx="8553450" cy="5135563"/>
          </a:xfrm>
        </p:spPr>
        <p:txBody>
          <a:bodyPr/>
          <a:lstStyle/>
          <a:p>
            <a:pPr>
              <a:lnSpc>
                <a:spcPct val="120000"/>
              </a:lnSpc>
              <a:spcBef>
                <a:spcPts val="600"/>
              </a:spcBef>
              <a:spcAft>
                <a:spcPts val="600"/>
              </a:spcAft>
              <a:defRPr/>
            </a:pPr>
            <a:r>
              <a:rPr lang="en-US" altLang="en-US" sz="2400" b="1" smtClean="0">
                <a:latin typeface="Candara" panose="020E0502030303020204" pitchFamily="34" charset="0"/>
              </a:rPr>
              <a:t>Project Information:</a:t>
            </a:r>
          </a:p>
          <a:p>
            <a:pPr lvl="1">
              <a:lnSpc>
                <a:spcPct val="120000"/>
              </a:lnSpc>
              <a:spcBef>
                <a:spcPts val="600"/>
              </a:spcBef>
              <a:spcAft>
                <a:spcPts val="600"/>
              </a:spcAft>
              <a:defRPr/>
            </a:pPr>
            <a:r>
              <a:rPr lang="en-GB" altLang="en-US" sz="2400" smtClean="0">
                <a:latin typeface="Candara" panose="020E0502030303020204" pitchFamily="34" charset="0"/>
              </a:rPr>
              <a:t> Project Name: Fresher Academy Management System</a:t>
            </a:r>
            <a:endParaRPr lang="en-US" altLang="en-US" sz="2400" smtClean="0">
              <a:latin typeface="Candara" panose="020E0502030303020204" pitchFamily="34" charset="0"/>
            </a:endParaRPr>
          </a:p>
          <a:p>
            <a:pPr lvl="1">
              <a:lnSpc>
                <a:spcPct val="120000"/>
              </a:lnSpc>
              <a:spcBef>
                <a:spcPts val="600"/>
              </a:spcBef>
              <a:spcAft>
                <a:spcPts val="600"/>
              </a:spcAft>
              <a:defRPr/>
            </a:pPr>
            <a:r>
              <a:rPr lang="en-US" altLang="en-US" sz="2400" smtClean="0">
                <a:latin typeface="Candara" panose="020E0502030303020204" pitchFamily="34" charset="0"/>
              </a:rPr>
              <a:t> Project Code: FAMS</a:t>
            </a:r>
          </a:p>
          <a:p>
            <a:pPr lvl="1">
              <a:lnSpc>
                <a:spcPct val="120000"/>
              </a:lnSpc>
              <a:spcBef>
                <a:spcPts val="600"/>
              </a:spcBef>
              <a:spcAft>
                <a:spcPts val="600"/>
              </a:spcAft>
              <a:defRPr/>
            </a:pPr>
            <a:r>
              <a:rPr kumimoji="1" lang="en-US" altLang="en-US" sz="2400" smtClean="0">
                <a:solidFill>
                  <a:srgbClr val="000000"/>
                </a:solidFill>
                <a:latin typeface="Candara" panose="020E0502030303020204" pitchFamily="34" charset="0"/>
              </a:rPr>
              <a:t> CustomerSupplied:</a:t>
            </a:r>
            <a:endParaRPr lang="en-US" altLang="en-US" sz="2400" smtClean="0">
              <a:latin typeface="Candara" panose="020E0502030303020204" pitchFamily="34" charset="0"/>
            </a:endParaRPr>
          </a:p>
          <a:p>
            <a:pPr lvl="2">
              <a:lnSpc>
                <a:spcPct val="120000"/>
              </a:lnSpc>
              <a:spcBef>
                <a:spcPts val="600"/>
              </a:spcBef>
              <a:spcAft>
                <a:spcPts val="600"/>
              </a:spcAft>
              <a:buFont typeface="Wingdings" panose="05000000000000000000" pitchFamily="2" charset="2"/>
              <a:buChar char="ü"/>
              <a:defRPr/>
            </a:pPr>
            <a:r>
              <a:rPr lang="en-US" altLang="en-US" sz="2400" smtClean="0">
                <a:solidFill>
                  <a:srgbClr val="FF0000"/>
                </a:solidFill>
                <a:latin typeface="Candara" panose="020E0502030303020204" pitchFamily="34" charset="0"/>
              </a:rPr>
              <a:t> </a:t>
            </a:r>
            <a:r>
              <a:rPr lang="en-US" altLang="en-US" sz="2400">
                <a:solidFill>
                  <a:srgbClr val="FF0000"/>
                </a:solidFill>
                <a:latin typeface="Candara" panose="020E0502030303020204" pitchFamily="34" charset="0"/>
              </a:rPr>
              <a:t>FA_System Requirement Specification_ver 0.8.5</a:t>
            </a:r>
            <a:endParaRPr lang="en-US" altLang="en-US" sz="2400" smtClean="0">
              <a:solidFill>
                <a:srgbClr val="FF0000"/>
              </a:solidFill>
              <a:latin typeface="Candara" panose="020E0502030303020204" pitchFamily="34" charset="0"/>
            </a:endParaRPr>
          </a:p>
          <a:p>
            <a:pPr lvl="2">
              <a:lnSpc>
                <a:spcPct val="120000"/>
              </a:lnSpc>
              <a:spcBef>
                <a:spcPts val="600"/>
              </a:spcBef>
              <a:spcAft>
                <a:spcPts val="600"/>
              </a:spcAft>
              <a:buFont typeface="Wingdings" panose="05000000000000000000" pitchFamily="2" charset="2"/>
              <a:buChar char="ü"/>
              <a:defRPr/>
            </a:pPr>
            <a:r>
              <a:rPr lang="en-US" altLang="en-US" sz="2400" smtClean="0">
                <a:solidFill>
                  <a:srgbClr val="FF0000"/>
                </a:solidFill>
                <a:latin typeface="Candara" panose="020E0502030303020204" pitchFamily="34" charset="0"/>
              </a:rPr>
              <a:t> </a:t>
            </a:r>
            <a:r>
              <a:rPr lang="en-US" altLang="en-US" sz="2400">
                <a:solidFill>
                  <a:srgbClr val="FF0000"/>
                </a:solidFill>
                <a:latin typeface="Candara" panose="020E0502030303020204" pitchFamily="34" charset="0"/>
              </a:rPr>
              <a:t>AB_Software Design Document (Java) - SpringMVC</a:t>
            </a:r>
            <a:endParaRPr lang="en-US" altLang="en-US" sz="2400" smtClean="0">
              <a:solidFill>
                <a:srgbClr val="FF0000"/>
              </a:solidFill>
              <a:latin typeface="Candara" panose="020E0502030303020204" pitchFamily="34" charset="0"/>
            </a:endParaRPr>
          </a:p>
        </p:txBody>
      </p:sp>
    </p:spTree>
    <p:extLst>
      <p:ext uri="{BB962C8B-B14F-4D97-AF65-F5344CB8AC3E}">
        <p14:creationId xmlns:p14="http://schemas.microsoft.com/office/powerpoint/2010/main" val="283496580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52400" y="12700"/>
            <a:ext cx="8839200" cy="790575"/>
          </a:xfrm>
        </p:spPr>
        <p:txBody>
          <a:bodyPr/>
          <a:lstStyle/>
          <a:p>
            <a:r>
              <a:rPr lang="en-US" altLang="en-US" smtClean="0"/>
              <a:t>Project Preparation (2/2)</a:t>
            </a:r>
          </a:p>
        </p:txBody>
      </p:sp>
      <p:sp>
        <p:nvSpPr>
          <p:cNvPr id="7171" name="Content Placeholder 2"/>
          <p:cNvSpPr>
            <a:spLocks noGrp="1"/>
          </p:cNvSpPr>
          <p:nvPr>
            <p:ph idx="1"/>
          </p:nvPr>
        </p:nvSpPr>
        <p:spPr>
          <a:xfrm>
            <a:off x="285750" y="685800"/>
            <a:ext cx="8553450" cy="5211763"/>
          </a:xfrm>
        </p:spPr>
        <p:txBody>
          <a:bodyPr/>
          <a:lstStyle/>
          <a:p>
            <a:pPr>
              <a:lnSpc>
                <a:spcPct val="120000"/>
              </a:lnSpc>
              <a:spcBef>
                <a:spcPct val="0"/>
              </a:spcBef>
              <a:spcAft>
                <a:spcPts val="600"/>
              </a:spcAft>
              <a:defRPr/>
            </a:pPr>
            <a:r>
              <a:rPr lang="en-US" altLang="en-US" sz="2400" b="1" smtClean="0">
                <a:latin typeface="Candara" panose="020E0502030303020204" pitchFamily="34" charset="0"/>
              </a:rPr>
              <a:t>Templates</a:t>
            </a:r>
            <a:r>
              <a:rPr lang="en-US" altLang="en-US" sz="2400" b="1">
                <a:latin typeface="Candara" panose="020E0502030303020204" pitchFamily="34" charset="0"/>
              </a:rPr>
              <a:t>:</a:t>
            </a:r>
          </a:p>
          <a:p>
            <a:pPr lvl="2">
              <a:lnSpc>
                <a:spcPct val="120000"/>
              </a:lnSpc>
              <a:spcBef>
                <a:spcPct val="0"/>
              </a:spcBef>
              <a:spcAft>
                <a:spcPts val="600"/>
              </a:spcAft>
              <a:defRPr/>
            </a:pPr>
            <a:endParaRPr lang="en-US" altLang="en-US" sz="2400" smtClean="0">
              <a:latin typeface="Candara" panose="020E0502030303020204" pitchFamily="34" charset="0"/>
            </a:endParaRPr>
          </a:p>
        </p:txBody>
      </p:sp>
      <p:graphicFrame>
        <p:nvGraphicFramePr>
          <p:cNvPr id="2" name="Table 1"/>
          <p:cNvGraphicFramePr>
            <a:graphicFrameLocks noGrp="1"/>
          </p:cNvGraphicFramePr>
          <p:nvPr/>
        </p:nvGraphicFramePr>
        <p:xfrm>
          <a:off x="533400" y="1371600"/>
          <a:ext cx="8305800" cy="4806950"/>
        </p:xfrm>
        <a:graphic>
          <a:graphicData uri="http://schemas.openxmlformats.org/drawingml/2006/table">
            <a:tbl>
              <a:tblPr firstRow="1" firstCol="1" bandRow="1">
                <a:tableStyleId>{5C22544A-7EE6-4342-B048-85BDC9FD1C3A}</a:tableStyleId>
              </a:tblPr>
              <a:tblGrid>
                <a:gridCol w="4193219"/>
                <a:gridCol w="4112581"/>
              </a:tblGrid>
              <a:tr h="460553">
                <a:tc>
                  <a:txBody>
                    <a:bodyPr/>
                    <a:lstStyle/>
                    <a:p>
                      <a:pPr>
                        <a:spcBef>
                          <a:spcPts val="600"/>
                        </a:spcBef>
                        <a:spcAft>
                          <a:spcPts val="600"/>
                        </a:spcAft>
                      </a:pPr>
                      <a:r>
                        <a:rPr lang="en-US" sz="1800">
                          <a:solidFill>
                            <a:schemeClr val="tx1">
                              <a:lumMod val="50000"/>
                            </a:schemeClr>
                          </a:solidFill>
                          <a:effectLst/>
                          <a:latin typeface="Candara" panose="020E0502030303020204" pitchFamily="34" charset="0"/>
                        </a:rPr>
                        <a:t>Sản phẩm đánh giá</a:t>
                      </a:r>
                      <a:endParaRPr lang="en-US" sz="1800">
                        <a:solidFill>
                          <a:schemeClr val="tx1">
                            <a:lumMod val="50000"/>
                          </a:schemeClr>
                        </a:solidFill>
                        <a:effectLst/>
                        <a:latin typeface="Candara" panose="020E0502030303020204" pitchFamily="34" charset="0"/>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a:spcBef>
                          <a:spcPts val="600"/>
                        </a:spcBef>
                        <a:spcAft>
                          <a:spcPts val="600"/>
                        </a:spcAft>
                      </a:pPr>
                      <a:r>
                        <a:rPr lang="en-US" sz="1800" smtClean="0">
                          <a:solidFill>
                            <a:schemeClr val="tx1">
                              <a:lumMod val="50000"/>
                            </a:schemeClr>
                          </a:solidFill>
                          <a:effectLst/>
                          <a:latin typeface="Candara" panose="020E0502030303020204" pitchFamily="34" charset="0"/>
                          <a:ea typeface="Calibri"/>
                          <a:cs typeface="Times New Roman"/>
                        </a:rPr>
                        <a:t>Template</a:t>
                      </a:r>
                      <a:endParaRPr lang="en-US" sz="1800">
                        <a:solidFill>
                          <a:schemeClr val="tx1">
                            <a:lumMod val="50000"/>
                          </a:schemeClr>
                        </a:solidFill>
                        <a:effectLst/>
                        <a:latin typeface="Candara" panose="020E0502030303020204" pitchFamily="34" charset="0"/>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0000"/>
                        <a:lumOff val="40000"/>
                      </a:schemeClr>
                    </a:solidFill>
                  </a:tcPr>
                </a:tc>
              </a:tr>
              <a:tr h="640095">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rPr>
                        <a:t>Study requirement</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Q&amp;AList.xls;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108913">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rPr>
                        <a:t>Basic design</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it-IT" sz="1600" smtClean="0">
                          <a:solidFill>
                            <a:schemeClr val="tx1">
                              <a:lumMod val="50000"/>
                            </a:schemeClr>
                          </a:solidFill>
                          <a:effectLst/>
                          <a:latin typeface="Candara" panose="020E0502030303020204" pitchFamily="34" charset="0"/>
                          <a:ea typeface="Calibri"/>
                          <a:cs typeface="Times New Roman"/>
                        </a:rPr>
                        <a:t>[Software Design Document.docx]</a:t>
                      </a:r>
                      <a:endParaRPr lang="en-US" sz="1600" smtClean="0">
                        <a:solidFill>
                          <a:schemeClr val="tx1">
                            <a:lumMod val="50000"/>
                          </a:schemeClr>
                        </a:solidFill>
                        <a:effectLst/>
                        <a:latin typeface="Candara" panose="020E0502030303020204" pitchFamily="34" charset="0"/>
                        <a:ea typeface="Calibri"/>
                        <a:cs typeface="Times New Roman"/>
                      </a:endParaRPr>
                    </a:p>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ScreenDesign.xls;</a:t>
                      </a:r>
                    </a:p>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TableLayout.xlsx</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9534">
                <a:tc>
                  <a:txBody>
                    <a:bodyPr/>
                    <a:lstStyle/>
                    <a:p>
                      <a:pPr>
                        <a:spcBef>
                          <a:spcPts val="600"/>
                        </a:spcBef>
                        <a:spcAft>
                          <a:spcPts val="600"/>
                        </a:spcAft>
                      </a:pPr>
                      <a:r>
                        <a:rPr lang="en-US" sz="1600">
                          <a:solidFill>
                            <a:schemeClr val="tx1">
                              <a:lumMod val="50000"/>
                            </a:schemeClr>
                          </a:solidFill>
                          <a:effectLst/>
                          <a:latin typeface="Candara" panose="020E0502030303020204" pitchFamily="34" charset="0"/>
                        </a:rPr>
                        <a:t>High-Level UT Case Document</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Unit Test Case.xls</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7729">
                <a:tc>
                  <a:txBody>
                    <a:bodyPr/>
                    <a:lstStyle/>
                    <a:p>
                      <a:pPr>
                        <a:spcBef>
                          <a:spcPts val="600"/>
                        </a:spcBef>
                        <a:spcAft>
                          <a:spcPts val="600"/>
                        </a:spcAft>
                      </a:pPr>
                      <a:r>
                        <a:rPr lang="en-US" sz="1600">
                          <a:solidFill>
                            <a:schemeClr val="tx1">
                              <a:lumMod val="50000"/>
                            </a:schemeClr>
                          </a:solidFill>
                          <a:effectLst/>
                          <a:latin typeface="Candara" panose="020E0502030303020204" pitchFamily="34" charset="0"/>
                        </a:rPr>
                        <a:t>Source Codes, Filled Code Review Checklist</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Checklist_Code Review.xls</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15147">
                <a:tc>
                  <a:txBody>
                    <a:bodyPr/>
                    <a:lstStyle/>
                    <a:p>
                      <a:pPr>
                        <a:spcBef>
                          <a:spcPts val="600"/>
                        </a:spcBef>
                        <a:spcAft>
                          <a:spcPts val="600"/>
                        </a:spcAft>
                      </a:pPr>
                      <a:r>
                        <a:rPr lang="en-US" sz="1600">
                          <a:solidFill>
                            <a:schemeClr val="tx1">
                              <a:lumMod val="50000"/>
                            </a:schemeClr>
                          </a:solidFill>
                          <a:effectLst/>
                          <a:latin typeface="Candara" panose="020E0502030303020204" pitchFamily="34" charset="0"/>
                        </a:rPr>
                        <a:t>UT Case Document</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600" smtClean="0">
                          <a:solidFill>
                            <a:schemeClr val="tx1">
                              <a:lumMod val="50000"/>
                            </a:schemeClr>
                          </a:solidFill>
                          <a:effectLst/>
                          <a:latin typeface="Candara" panose="020E0502030303020204" pitchFamily="34" charset="0"/>
                          <a:ea typeface="Calibri"/>
                          <a:cs typeface="Times New Roman"/>
                        </a:rPr>
                        <a:t>Unit Test Case.xls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7150">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rPr>
                        <a:t>UT </a:t>
                      </a:r>
                      <a:r>
                        <a:rPr lang="en-US" sz="1600">
                          <a:solidFill>
                            <a:schemeClr val="tx1">
                              <a:lumMod val="50000"/>
                            </a:schemeClr>
                          </a:solidFill>
                          <a:effectLst/>
                          <a:latin typeface="Candara" panose="020E0502030303020204" pitchFamily="34" charset="0"/>
                        </a:rPr>
                        <a:t>Report1, Logged Bugs, Updated </a:t>
                      </a:r>
                      <a:r>
                        <a:rPr lang="en-US" sz="1600" smtClean="0">
                          <a:solidFill>
                            <a:schemeClr val="tx1">
                              <a:lumMod val="50000"/>
                            </a:schemeClr>
                          </a:solidFill>
                          <a:effectLst/>
                          <a:latin typeface="Candara" panose="020E0502030303020204" pitchFamily="34" charset="0"/>
                        </a:rPr>
                        <a:t>Codes</a:t>
                      </a:r>
                      <a:endParaRPr lang="en-US" sz="1600">
                        <a:solidFill>
                          <a:schemeClr val="tx1">
                            <a:lumMod val="50000"/>
                          </a:schemeClr>
                        </a:solidFill>
                        <a:effectLst/>
                        <a:latin typeface="Candara" panose="020E0502030303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DMS.xls</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87829">
                <a:tc>
                  <a:txBody>
                    <a:bodyPr/>
                    <a:lstStyle/>
                    <a:p>
                      <a:pPr>
                        <a:spcBef>
                          <a:spcPts val="600"/>
                        </a:spcBef>
                        <a:spcAft>
                          <a:spcPts val="600"/>
                        </a:spcAft>
                      </a:pPr>
                      <a:r>
                        <a:rPr lang="en-US" sz="1600" smtClean="0">
                          <a:solidFill>
                            <a:srgbClr val="FF0000"/>
                          </a:solidFill>
                          <a:effectLst/>
                          <a:latin typeface="Candara" panose="020E0502030303020204" pitchFamily="34" charset="0"/>
                        </a:rPr>
                        <a:t>Daily Report</a:t>
                      </a:r>
                      <a:endParaRPr lang="en-US" sz="1600">
                        <a:solidFill>
                          <a:srgbClr val="FF0000"/>
                        </a:solidFill>
                        <a:effectLst/>
                        <a:latin typeface="Candara" panose="020E0502030303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spcBef>
                          <a:spcPts val="600"/>
                        </a:spcBef>
                        <a:spcAft>
                          <a:spcPts val="600"/>
                        </a:spcAft>
                      </a:pPr>
                      <a:r>
                        <a:rPr lang="en-US" sz="1600" smtClean="0">
                          <a:solidFill>
                            <a:schemeClr val="tx1">
                              <a:lumMod val="50000"/>
                            </a:schemeClr>
                          </a:solidFill>
                          <a:effectLst/>
                          <a:latin typeface="Candara" panose="020E0502030303020204" pitchFamily="34" charset="0"/>
                          <a:ea typeface="Calibri"/>
                          <a:cs typeface="Times New Roman"/>
                        </a:rPr>
                        <a:t>Email Daily Report</a:t>
                      </a:r>
                      <a:endParaRPr lang="en-US" sz="1600">
                        <a:solidFill>
                          <a:schemeClr val="tx1">
                            <a:lumMod val="50000"/>
                          </a:schemeClr>
                        </a:solidFill>
                        <a:effectLst/>
                        <a:latin typeface="Candara" panose="020E0502030303020204" pitchFamily="34" charset="0"/>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1777563454"/>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276225" y="76200"/>
            <a:ext cx="8562975" cy="790575"/>
          </a:xfrm>
        </p:spPr>
        <p:txBody>
          <a:bodyPr/>
          <a:lstStyle/>
          <a:p>
            <a:r>
              <a:rPr lang="vi-VN" altLang="en-US" smtClean="0"/>
              <a:t>Project </a:t>
            </a:r>
            <a:r>
              <a:rPr lang="en-US" altLang="en-US" smtClean="0"/>
              <a:t>Overview (1)</a:t>
            </a:r>
          </a:p>
        </p:txBody>
      </p:sp>
      <p:sp>
        <p:nvSpPr>
          <p:cNvPr id="9219" name="Content Placeholder 2"/>
          <p:cNvSpPr>
            <a:spLocks noGrp="1"/>
          </p:cNvSpPr>
          <p:nvPr>
            <p:ph idx="1"/>
          </p:nvPr>
        </p:nvSpPr>
        <p:spPr>
          <a:xfrm>
            <a:off x="285750" y="838200"/>
            <a:ext cx="8553450" cy="5059363"/>
          </a:xfrm>
        </p:spPr>
        <p:txBody>
          <a:bodyPr/>
          <a:lstStyle/>
          <a:p>
            <a:pPr algn="just">
              <a:lnSpc>
                <a:spcPct val="120000"/>
              </a:lnSpc>
              <a:spcBef>
                <a:spcPts val="1200"/>
              </a:spcBef>
              <a:buFont typeface="Arial" charset="0"/>
              <a:buChar char="»"/>
              <a:defRPr/>
            </a:pPr>
            <a:endParaRPr lang="en-US" altLang="en-US" b="1" smtClean="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276224" y="828674"/>
            <a:ext cx="8562975" cy="5343525"/>
          </a:xfrm>
          <a:prstGeom prst="rect">
            <a:avLst/>
          </a:prstGeom>
        </p:spPr>
      </p:pic>
    </p:spTree>
    <p:extLst>
      <p:ext uri="{BB962C8B-B14F-4D97-AF65-F5344CB8AC3E}">
        <p14:creationId xmlns:p14="http://schemas.microsoft.com/office/powerpoint/2010/main" val="343471677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Project Directory</a:t>
            </a:r>
          </a:p>
        </p:txBody>
      </p:sp>
      <p:sp>
        <p:nvSpPr>
          <p:cNvPr id="3" name="Content Placeholder 2"/>
          <p:cNvSpPr>
            <a:spLocks noGrp="1"/>
          </p:cNvSpPr>
          <p:nvPr>
            <p:ph idx="1"/>
          </p:nvPr>
        </p:nvSpPr>
        <p:spPr>
          <a:xfrm>
            <a:off x="1562100" y="1673225"/>
            <a:ext cx="3508375" cy="1079500"/>
          </a:xfrm>
        </p:spPr>
        <p:txBody>
          <a:bodyPr/>
          <a:lstStyle/>
          <a:p>
            <a:pPr marL="400050" lvl="1" indent="0" algn="r">
              <a:buFontTx/>
              <a:buNone/>
              <a:defRPr/>
            </a:pPr>
            <a:r>
              <a:rPr lang="en-US" sz="1400">
                <a:solidFill>
                  <a:schemeClr val="accent6"/>
                </a:solidFill>
              </a:rPr>
              <a:t>&lt;Store Cis at project baseline point&gt; </a:t>
            </a:r>
          </a:p>
          <a:p>
            <a:pPr marL="400050" lvl="1" indent="0" algn="r">
              <a:buFontTx/>
              <a:buNone/>
              <a:defRPr/>
            </a:pPr>
            <a:r>
              <a:rPr lang="en-US" sz="1400">
                <a:solidFill>
                  <a:schemeClr val="accent6"/>
                </a:solidFill>
              </a:rPr>
              <a:t>		&lt;BaseLine Names&gt;</a:t>
            </a:r>
          </a:p>
          <a:p>
            <a:pPr marL="400050" lvl="1" indent="0" algn="r">
              <a:buFontTx/>
              <a:buNone/>
              <a:defRPr/>
            </a:pPr>
            <a:r>
              <a:rPr lang="en-US" sz="1400">
                <a:solidFill>
                  <a:schemeClr val="accent6"/>
                </a:solidFill>
              </a:rPr>
              <a:t>		 </a:t>
            </a:r>
            <a:r>
              <a:rPr lang="en-US" sz="1400" smtClean="0">
                <a:solidFill>
                  <a:schemeClr val="accent6"/>
                </a:solidFill>
              </a:rPr>
              <a:t>&lt;</a:t>
            </a:r>
            <a:r>
              <a:rPr lang="en-US" sz="1400">
                <a:solidFill>
                  <a:schemeClr val="accent6"/>
                </a:solidFill>
              </a:rPr>
              <a:t>CSCI name&gt;</a:t>
            </a:r>
          </a:p>
          <a:p>
            <a:pPr marL="400050" lvl="1" indent="0" algn="r">
              <a:buFontTx/>
              <a:buNone/>
              <a:defRPr/>
            </a:pPr>
            <a:r>
              <a:rPr lang="en-US" sz="1400">
                <a:solidFill>
                  <a:schemeClr val="accent6"/>
                </a:solidFill>
              </a:rPr>
              <a:t>                                    Baseline report </a:t>
            </a:r>
          </a:p>
        </p:txBody>
      </p:sp>
      <p:sp>
        <p:nvSpPr>
          <p:cNvPr id="3277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solidFill>
                  <a:srgbClr val="000000"/>
                </a:solidFill>
                <a:latin typeface="Times New Roman" panose="02020603050405020304" pitchFamily="18" charset="0"/>
              </a:rPr>
              <a:t> </a:t>
            </a:r>
            <a:fld id="{BE30CA1A-5F96-491D-B1A4-190813FBD2B9}" type="slidenum">
              <a:rPr lang="ja-JP" altLang="en-US" sz="1000" smtClean="0">
                <a:solidFill>
                  <a:srgbClr val="000000"/>
                </a:solidFill>
              </a:rPr>
              <a:pPr>
                <a:spcBef>
                  <a:spcPct val="0"/>
                </a:spcBef>
                <a:buClrTx/>
                <a:buSzTx/>
                <a:buFontTx/>
                <a:buNone/>
              </a:pPr>
              <a:t>9</a:t>
            </a:fld>
            <a:endParaRPr lang="en-US" altLang="ja-JP" sz="1000" smtClean="0">
              <a:solidFill>
                <a:srgbClr val="000000"/>
              </a:solidFill>
            </a:endParaRPr>
          </a:p>
        </p:txBody>
      </p:sp>
      <p:pic>
        <p:nvPicPr>
          <p:cNvPr id="32773" name="Picture 5"/>
          <p:cNvPicPr>
            <a:picLocks noChangeAspect="1"/>
          </p:cNvPicPr>
          <p:nvPr/>
        </p:nvPicPr>
        <p:blipFill>
          <a:blip r:embed="rId4">
            <a:extLst>
              <a:ext uri="{28A0092B-C50C-407E-A947-70E740481C1C}">
                <a14:useLocalDpi xmlns:a14="http://schemas.microsoft.com/office/drawing/2010/main" val="0"/>
              </a:ext>
            </a:extLst>
          </a:blip>
          <a:srcRect l="5559"/>
          <a:stretch>
            <a:fillRect/>
          </a:stretch>
        </p:blipFill>
        <p:spPr bwMode="auto">
          <a:xfrm>
            <a:off x="250825" y="1646238"/>
            <a:ext cx="1295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txBox="1">
            <a:spLocks/>
          </p:cNvSpPr>
          <p:nvPr/>
        </p:nvSpPr>
        <p:spPr bwMode="auto">
          <a:xfrm>
            <a:off x="250825" y="1233488"/>
            <a:ext cx="86772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0" indent="0">
              <a:buFontTx/>
              <a:buNone/>
              <a:defRPr/>
            </a:pPr>
            <a:r>
              <a:rPr lang="en-US" sz="1800" b="1" i="0" kern="0">
                <a:solidFill>
                  <a:srgbClr val="000000"/>
                </a:solidFill>
              </a:rPr>
              <a:t>&lt;&lt;Domain Name&gt;/&lt;Project Name&gt;</a:t>
            </a:r>
          </a:p>
        </p:txBody>
      </p:sp>
      <p:pic>
        <p:nvPicPr>
          <p:cNvPr id="32775" name="Picture 9"/>
          <p:cNvPicPr>
            <a:picLocks noChangeAspect="1"/>
          </p:cNvPicPr>
          <p:nvPr/>
        </p:nvPicPr>
        <p:blipFill>
          <a:blip r:embed="rId5">
            <a:extLst>
              <a:ext uri="{28A0092B-C50C-407E-A947-70E740481C1C}">
                <a14:useLocalDpi xmlns:a14="http://schemas.microsoft.com/office/drawing/2010/main" val="0"/>
              </a:ext>
            </a:extLst>
          </a:blip>
          <a:srcRect l="4388"/>
          <a:stretch>
            <a:fillRect/>
          </a:stretch>
        </p:blipFill>
        <p:spPr bwMode="auto">
          <a:xfrm>
            <a:off x="250825" y="2744788"/>
            <a:ext cx="11668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1562100" y="2752725"/>
            <a:ext cx="35083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kumimoji="1" lang="en-AU" altLang="en-US" sz="1400" i="0">
                <a:solidFill>
                  <a:srgbClr val="2D2DB9"/>
                </a:solidFill>
              </a:rPr>
              <a:t> &lt;Store review records by QA&gt;</a:t>
            </a:r>
            <a:endParaRPr lang="en-US" sz="1400" i="0" kern="0">
              <a:solidFill>
                <a:srgbClr val="2D2DB9"/>
              </a:solidFill>
              <a:cs typeface="+mn-cs"/>
            </a:endParaRPr>
          </a:p>
        </p:txBody>
      </p:sp>
      <p:pic>
        <p:nvPicPr>
          <p:cNvPr id="32777" name="Picture 11"/>
          <p:cNvPicPr>
            <a:picLocks noChangeAspect="1"/>
          </p:cNvPicPr>
          <p:nvPr/>
        </p:nvPicPr>
        <p:blipFill>
          <a:blip r:embed="rId6">
            <a:extLst>
              <a:ext uri="{28A0092B-C50C-407E-A947-70E740481C1C}">
                <a14:useLocalDpi xmlns:a14="http://schemas.microsoft.com/office/drawing/2010/main" val="0"/>
              </a:ext>
            </a:extLst>
          </a:blip>
          <a:srcRect l="7433"/>
          <a:stretch>
            <a:fillRect/>
          </a:stretch>
        </p:blipFill>
        <p:spPr bwMode="auto">
          <a:xfrm>
            <a:off x="250825" y="3205163"/>
            <a:ext cx="11525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txBox="1">
            <a:spLocks/>
          </p:cNvSpPr>
          <p:nvPr/>
        </p:nvSpPr>
        <p:spPr bwMode="auto">
          <a:xfrm>
            <a:off x="1546225" y="3178175"/>
            <a:ext cx="3508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kumimoji="1" lang="en-US" altLang="en-US" sz="1400" i="0">
                <a:solidFill>
                  <a:srgbClr val="2D2DB9"/>
                </a:solidFill>
              </a:rPr>
              <a:t>&lt;Store the last version of doc CIs&gt;</a:t>
            </a:r>
          </a:p>
          <a:p>
            <a:pPr marL="400050" lvl="1" indent="0" algn="r">
              <a:buFontTx/>
              <a:buNone/>
              <a:defRPr/>
            </a:pPr>
            <a:r>
              <a:rPr kumimoji="1" lang="en-US" altLang="en-US" sz="1400" i="0">
                <a:solidFill>
                  <a:srgbClr val="2D2DB9"/>
                </a:solidFill>
              </a:rPr>
              <a:t>                       &lt;CSCI name&gt;</a:t>
            </a:r>
            <a:endParaRPr lang="en-US" sz="1400" i="0" kern="0">
              <a:solidFill>
                <a:srgbClr val="2D2DB9"/>
              </a:solidFill>
              <a:cs typeface="+mn-cs"/>
            </a:endParaRPr>
          </a:p>
        </p:txBody>
      </p:sp>
      <p:pic>
        <p:nvPicPr>
          <p:cNvPr id="32779" name="Picture 13"/>
          <p:cNvPicPr>
            <a:picLocks noChangeAspect="1"/>
          </p:cNvPicPr>
          <p:nvPr/>
        </p:nvPicPr>
        <p:blipFill>
          <a:blip r:embed="rId7">
            <a:extLst>
              <a:ext uri="{28A0092B-C50C-407E-A947-70E740481C1C}">
                <a14:useLocalDpi xmlns:a14="http://schemas.microsoft.com/office/drawing/2010/main" val="0"/>
              </a:ext>
            </a:extLst>
          </a:blip>
          <a:srcRect l="2885"/>
          <a:stretch>
            <a:fillRect/>
          </a:stretch>
        </p:blipFill>
        <p:spPr bwMode="auto">
          <a:xfrm>
            <a:off x="250825" y="3824288"/>
            <a:ext cx="1247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0" name="Content Placeholder 2"/>
          <p:cNvSpPr txBox="1">
            <a:spLocks/>
          </p:cNvSpPr>
          <p:nvPr/>
        </p:nvSpPr>
        <p:spPr bwMode="auto">
          <a:xfrm>
            <a:off x="1546225" y="3851275"/>
            <a:ext cx="3508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C0128"/>
              </a:buClr>
              <a:buSzPct val="100000"/>
              <a:buBlip>
                <a:blip r:embed="rId2"/>
              </a:buBlip>
              <a:defRPr sz="2400">
                <a:solidFill>
                  <a:schemeClr val="tx1"/>
                </a:solidFill>
                <a:latin typeface="Tahoma" panose="020B0604030504040204" pitchFamily="34" charset="0"/>
              </a:defRPr>
            </a:lvl1pPr>
            <a:lvl2pPr marL="4000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lvl="1" algn="r">
              <a:buFontTx/>
              <a:buNone/>
            </a:pPr>
            <a:r>
              <a:rPr kumimoji="1" lang="en-US" altLang="en-US" sz="1400" i="0">
                <a:solidFill>
                  <a:srgbClr val="2D2DB9"/>
                </a:solidFill>
                <a:latin typeface="Candara" panose="020E0502030303020204" pitchFamily="34" charset="0"/>
              </a:rPr>
              <a:t>&lt;Store the previous version of doc CIs&gt; (Optional)</a:t>
            </a:r>
          </a:p>
        </p:txBody>
      </p:sp>
      <p:pic>
        <p:nvPicPr>
          <p:cNvPr id="32781" name="Picture 15"/>
          <p:cNvPicPr>
            <a:picLocks noChangeAspect="1"/>
          </p:cNvPicPr>
          <p:nvPr/>
        </p:nvPicPr>
        <p:blipFill>
          <a:blip r:embed="rId8">
            <a:extLst>
              <a:ext uri="{28A0092B-C50C-407E-A947-70E740481C1C}">
                <a14:useLocalDpi xmlns:a14="http://schemas.microsoft.com/office/drawing/2010/main" val="0"/>
              </a:ext>
            </a:extLst>
          </a:blip>
          <a:srcRect l="2608"/>
          <a:stretch>
            <a:fillRect/>
          </a:stretch>
        </p:blipFill>
        <p:spPr bwMode="auto">
          <a:xfrm>
            <a:off x="250825" y="4587875"/>
            <a:ext cx="13462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2" name="Content Placeholder 2"/>
          <p:cNvSpPr txBox="1">
            <a:spLocks/>
          </p:cNvSpPr>
          <p:nvPr/>
        </p:nvSpPr>
        <p:spPr bwMode="auto">
          <a:xfrm>
            <a:off x="1546225" y="4587875"/>
            <a:ext cx="35083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C0128"/>
              </a:buClr>
              <a:buSzPct val="100000"/>
              <a:buBlip>
                <a:blip r:embed="rId2"/>
              </a:buBlip>
              <a:defRPr sz="2400">
                <a:solidFill>
                  <a:schemeClr val="tx1"/>
                </a:solidFill>
                <a:latin typeface="Tahoma" panose="020B0604030504040204" pitchFamily="34" charset="0"/>
              </a:defRPr>
            </a:lvl1pPr>
            <a:lvl2pPr marL="4000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lvl="1" algn="r">
              <a:buFontTx/>
              <a:buNone/>
            </a:pPr>
            <a:r>
              <a:rPr kumimoji="1" lang="en-US" altLang="en-US" sz="1400" i="0">
                <a:solidFill>
                  <a:srgbClr val="000000"/>
                </a:solidFill>
                <a:latin typeface="Candara" panose="020E0502030303020204" pitchFamily="34" charset="0"/>
              </a:rPr>
              <a:t>CustomerSupplied</a:t>
            </a:r>
          </a:p>
          <a:p>
            <a:pPr lvl="1" algn="r">
              <a:buFontTx/>
              <a:buNone/>
            </a:pPr>
            <a:r>
              <a:rPr kumimoji="1" lang="en-US" altLang="en-US" sz="1400" i="0">
                <a:solidFill>
                  <a:srgbClr val="000000"/>
                </a:solidFill>
                <a:latin typeface="Candara" panose="020E0502030303020204" pitchFamily="34" charset="0"/>
              </a:rPr>
              <a:t>		ProcessTemplate</a:t>
            </a:r>
          </a:p>
        </p:txBody>
      </p:sp>
      <p:pic>
        <p:nvPicPr>
          <p:cNvPr id="32783" name="Picture 17"/>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97475" y="1673225"/>
            <a:ext cx="153987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4" name="Content Placeholder 2"/>
          <p:cNvSpPr txBox="1">
            <a:spLocks/>
          </p:cNvSpPr>
          <p:nvPr/>
        </p:nvSpPr>
        <p:spPr bwMode="auto">
          <a:xfrm>
            <a:off x="6737350" y="1792288"/>
            <a:ext cx="233521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C0128"/>
              </a:buClr>
              <a:buSzPct val="100000"/>
              <a:buBlip>
                <a:blip r:embed="rId2"/>
              </a:buBlip>
              <a:defRPr sz="2400">
                <a:solidFill>
                  <a:schemeClr val="tx1"/>
                </a:solidFill>
                <a:latin typeface="Tahoma" panose="020B0604030504040204" pitchFamily="34" charset="0"/>
              </a:defRPr>
            </a:lvl1pPr>
            <a:lvl2pPr marL="4000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lvl="1" algn="r">
              <a:buFontTx/>
              <a:buNone/>
            </a:pPr>
            <a:r>
              <a:rPr kumimoji="1" lang="en-US" altLang="en-US" sz="1400" i="0">
                <a:solidFill>
                  <a:srgbClr val="2D2DB9"/>
                </a:solidFill>
                <a:latin typeface="Candara" panose="020E0502030303020204" pitchFamily="34" charset="0"/>
              </a:rPr>
              <a:t>&lt;Store all CIs delivered to customer&gt;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defRPr/>
            </a:pPr>
            <a:r>
              <a:rPr lang="en-US" altLang="ja-JP" sz="4800" smtClean="0">
                <a:solidFill>
                  <a:srgbClr val="FF9933"/>
                </a:solidFill>
                <a:ea typeface="ＭＳ Ｐゴシック" panose="020B0600070205080204" pitchFamily="34" charset="-128"/>
              </a:rPr>
              <a:t>CM BASICS</a:t>
            </a:r>
            <a:endParaRPr lang="en-US" sz="4800"/>
          </a:p>
        </p:txBody>
      </p:sp>
      <p:sp>
        <p:nvSpPr>
          <p:cNvPr id="33795" name="Text Placeholder 5"/>
          <p:cNvSpPr>
            <a:spLocks noGrp="1"/>
          </p:cNvSpPr>
          <p:nvPr>
            <p:ph type="body" idx="1"/>
          </p:nvPr>
        </p:nvSpPr>
        <p:spPr/>
        <p:txBody>
          <a:bodyPr/>
          <a:lstStyle/>
          <a:p>
            <a:endParaRPr lang="en-US" altLang="en-US" smtClean="0"/>
          </a:p>
        </p:txBody>
      </p:sp>
      <p:sp>
        <p:nvSpPr>
          <p:cNvPr id="33796"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solidFill>
                  <a:srgbClr val="000000"/>
                </a:solidFill>
                <a:latin typeface="Arial" panose="020B0604020202020204" pitchFamily="34" charset="0"/>
              </a:rPr>
              <a:t> </a:t>
            </a:r>
            <a:fld id="{46D20134-E1A4-4838-9EB3-995AC512A7D8}" type="slidenum">
              <a:rPr lang="ja-JP" altLang="en-US" sz="1000" smtClean="0">
                <a:solidFill>
                  <a:srgbClr val="000000"/>
                </a:solidFill>
              </a:rPr>
              <a:pPr>
                <a:spcBef>
                  <a:spcPct val="0"/>
                </a:spcBef>
                <a:buClrTx/>
                <a:buSzTx/>
                <a:buFontTx/>
                <a:buNone/>
              </a:pPr>
              <a:t>10</a:t>
            </a:fld>
            <a:endParaRPr lang="en-US" altLang="ja-JP" sz="1000" smtClean="0">
              <a:solidFill>
                <a:srgbClr val="00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2DBE16E8-6A0E-477A-937A-E673C5DC143F}" type="slidenum">
              <a:rPr lang="ja-JP" altLang="en-US" sz="1000" smtClean="0"/>
              <a:pPr>
                <a:spcBef>
                  <a:spcPct val="0"/>
                </a:spcBef>
                <a:buClrTx/>
                <a:buSzTx/>
                <a:buFontTx/>
                <a:buNone/>
              </a:pPr>
              <a:t>11</a:t>
            </a:fld>
            <a:endParaRPr lang="en-US" altLang="ja-JP" sz="1000" smtClean="0"/>
          </a:p>
        </p:txBody>
      </p:sp>
      <p:sp>
        <p:nvSpPr>
          <p:cNvPr id="34819" name="Rectangle 14"/>
          <p:cNvSpPr>
            <a:spLocks noGrp="1" noChangeArrowheads="1"/>
          </p:cNvSpPr>
          <p:nvPr>
            <p:ph type="title"/>
          </p:nvPr>
        </p:nvSpPr>
        <p:spPr/>
        <p:txBody>
          <a:bodyPr/>
          <a:lstStyle/>
          <a:p>
            <a:r>
              <a:rPr lang="en-US" altLang="ja-JP" sz="3600" smtClean="0">
                <a:ea typeface="ＭＳ Ｐゴシック" panose="020B0600070205080204" pitchFamily="34" charset="-128"/>
              </a:rPr>
              <a:t>Agenda</a:t>
            </a:r>
          </a:p>
        </p:txBody>
      </p:sp>
      <p:graphicFrame>
        <p:nvGraphicFramePr>
          <p:cNvPr id="2" name="Diagram 1"/>
          <p:cNvGraphicFramePr/>
          <p:nvPr/>
        </p:nvGraphicFramePr>
        <p:xfrm>
          <a:off x="304800" y="1160463"/>
          <a:ext cx="8659688" cy="223253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ransition>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
          <p:cNvSpPr>
            <a:spLocks noGrp="1" noChangeArrowheads="1"/>
          </p:cNvSpPr>
          <p:nvPr>
            <p:ph type="title"/>
          </p:nvPr>
        </p:nvSpPr>
        <p:spPr/>
        <p:txBody>
          <a:bodyPr/>
          <a:lstStyle/>
          <a:p>
            <a:r>
              <a:rPr lang="en-US" altLang="ja-JP" smtClean="0">
                <a:ea typeface="ＭＳ Ｐゴシック" panose="020B0600070205080204" pitchFamily="34" charset="-128"/>
              </a:rPr>
              <a:t>Objectives</a:t>
            </a:r>
          </a:p>
        </p:txBody>
      </p:sp>
      <p:sp>
        <p:nvSpPr>
          <p:cNvPr id="36867" name="Rectangle 11"/>
          <p:cNvSpPr>
            <a:spLocks noGrp="1" noChangeArrowheads="1"/>
          </p:cNvSpPr>
          <p:nvPr>
            <p:ph idx="1"/>
          </p:nvPr>
        </p:nvSpPr>
        <p:spPr/>
        <p:txBody>
          <a:bodyPr/>
          <a:lstStyle/>
          <a:p>
            <a:pPr marL="268288" indent="-268288">
              <a:buFont typeface="Monotype Sorts" pitchFamily="2" charset="2"/>
              <a:buNone/>
            </a:pPr>
            <a:r>
              <a:rPr lang="en-US" altLang="ja-JP" sz="2800" b="1" smtClean="0">
                <a:ea typeface="ＭＳ Ｐゴシック" panose="020B0600070205080204" pitchFamily="34" charset="-128"/>
              </a:rPr>
              <a:t>After the course, student will achieve (be able to):</a:t>
            </a:r>
            <a:endParaRPr lang="en-US" altLang="ja-JP" sz="2000" b="1" smtClean="0">
              <a:ea typeface="ＭＳ Ｐゴシック" panose="020B0600070205080204" pitchFamily="34" charset="-128"/>
            </a:endParaRPr>
          </a:p>
          <a:p>
            <a:pPr marL="268288" indent="-268288">
              <a:buFontTx/>
              <a:buChar char="•"/>
            </a:pPr>
            <a:r>
              <a:rPr lang="en-US" altLang="ja-JP" smtClean="0">
                <a:ea typeface="ＭＳ Ｐゴシック" panose="020B0600070205080204" pitchFamily="34" charset="-128"/>
              </a:rPr>
              <a:t>Identify CSCI, CI</a:t>
            </a:r>
          </a:p>
          <a:p>
            <a:pPr marL="268288" indent="-268288">
              <a:buFontTx/>
              <a:buChar char="•"/>
            </a:pPr>
            <a:r>
              <a:rPr lang="en-US" altLang="ja-JP" smtClean="0">
                <a:ea typeface="ＭＳ Ｐゴシック" panose="020B0600070205080204" pitchFamily="34" charset="-128"/>
              </a:rPr>
              <a:t>Baseline </a:t>
            </a:r>
          </a:p>
          <a:p>
            <a:pPr marL="268288" indent="-268288">
              <a:buFontTx/>
              <a:buChar char="•"/>
            </a:pPr>
            <a:r>
              <a:rPr lang="en-US" altLang="ja-JP" smtClean="0">
                <a:ea typeface="ＭＳ Ｐゴシック" panose="020B0600070205080204" pitchFamily="34" charset="-128"/>
              </a:rPr>
              <a:t>Understand and implement the CM processes</a:t>
            </a:r>
          </a:p>
        </p:txBody>
      </p:sp>
      <p:sp>
        <p:nvSpPr>
          <p:cNvPr id="36868"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C32D0CFB-8054-4B86-8100-4CF31F353780}" type="slidenum">
              <a:rPr lang="ja-JP" altLang="en-US" sz="1000" smtClean="0"/>
              <a:pPr>
                <a:spcBef>
                  <a:spcPct val="0"/>
                </a:spcBef>
                <a:buClrTx/>
                <a:buSzTx/>
                <a:buFontTx/>
                <a:buNone/>
              </a:pPr>
              <a:t>12</a:t>
            </a:fld>
            <a:endParaRPr lang="en-US" altLang="ja-JP" sz="1000" smtClean="0"/>
          </a:p>
        </p:txBody>
      </p:sp>
      <p:pic>
        <p:nvPicPr>
          <p:cNvPr id="36869" name="Picture 4" descr="bd00028_"/>
          <p:cNvPicPr>
            <a:picLocks noChangeAspect="1" noChangeArrowheads="1"/>
          </p:cNvPicPr>
          <p:nvPr/>
        </p:nvPicPr>
        <p:blipFill>
          <a:blip r:embed="rId5" cstate="print">
            <a:lum bright="70000" contrast="-70000"/>
            <a:extLst>
              <a:ext uri="{28A0092B-C50C-407E-A947-70E740481C1C}">
                <a14:useLocalDpi xmlns:a14="http://schemas.microsoft.com/office/drawing/2010/main" val="0"/>
              </a:ext>
            </a:extLst>
          </a:blip>
          <a:srcRect/>
          <a:stretch>
            <a:fillRect/>
          </a:stretch>
        </p:blipFill>
        <p:spPr bwMode="auto">
          <a:xfrm>
            <a:off x="5940425" y="2924175"/>
            <a:ext cx="299402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p:txBody>
          <a:bodyPr/>
          <a:lstStyle/>
          <a:p>
            <a:r>
              <a:rPr lang="en-US" altLang="en-US" smtClean="0"/>
              <a:t>What is Software Configuration Management?</a:t>
            </a:r>
          </a:p>
        </p:txBody>
      </p:sp>
      <p:sp>
        <p:nvSpPr>
          <p:cNvPr id="7171" name="Rectangle 5"/>
          <p:cNvSpPr>
            <a:spLocks noGrp="1" noChangeArrowheads="1"/>
          </p:cNvSpPr>
          <p:nvPr>
            <p:ph type="body" idx="1"/>
          </p:nvPr>
        </p:nvSpPr>
        <p:spPr>
          <a:xfrm>
            <a:off x="1209675" y="1016000"/>
            <a:ext cx="7826375" cy="1908175"/>
          </a:xfrm>
        </p:spPr>
        <p:txBody>
          <a:bodyPr/>
          <a:lstStyle/>
          <a:p>
            <a:pPr>
              <a:spcBef>
                <a:spcPct val="0"/>
              </a:spcBef>
              <a:spcAft>
                <a:spcPts val="600"/>
              </a:spcAft>
            </a:pPr>
            <a:r>
              <a:rPr lang="en-US" altLang="en-US" b="1" smtClean="0"/>
              <a:t>Definition</a:t>
            </a:r>
            <a:r>
              <a:rPr lang="en-US" altLang="en-US" smtClean="0"/>
              <a:t>: </a:t>
            </a:r>
          </a:p>
          <a:p>
            <a:pPr lvl="1" algn="just">
              <a:spcBef>
                <a:spcPct val="0"/>
              </a:spcBef>
              <a:spcAft>
                <a:spcPts val="600"/>
              </a:spcAft>
            </a:pPr>
            <a:r>
              <a:rPr lang="en-US" altLang="en-US" i="1" smtClean="0"/>
              <a:t>Software Configuration Management </a:t>
            </a:r>
            <a:r>
              <a:rPr lang="en-US" altLang="en-US" smtClean="0"/>
              <a:t>(SCM) is a software-engineering discipline</a:t>
            </a:r>
            <a:r>
              <a:rPr lang="en-US" altLang="en-US" baseline="30000" smtClean="0"/>
              <a:t>[quy tắc]</a:t>
            </a:r>
            <a:r>
              <a:rPr lang="en-US" altLang="en-US" smtClean="0"/>
              <a:t> comprising</a:t>
            </a:r>
            <a:r>
              <a:rPr lang="en-US" altLang="en-US" baseline="30000" smtClean="0"/>
              <a:t>[bao gồm]</a:t>
            </a:r>
            <a:r>
              <a:rPr lang="en-US" altLang="en-US" smtClean="0"/>
              <a:t> the </a:t>
            </a:r>
            <a:r>
              <a:rPr lang="en-US" altLang="en-US" i="1" smtClean="0"/>
              <a:t>tools</a:t>
            </a:r>
            <a:r>
              <a:rPr lang="en-US" altLang="en-US" smtClean="0"/>
              <a:t> and </a:t>
            </a:r>
            <a:r>
              <a:rPr lang="en-US" altLang="en-US" i="1" smtClean="0"/>
              <a:t>techniques</a:t>
            </a:r>
            <a:r>
              <a:rPr lang="en-US" altLang="en-US" smtClean="0"/>
              <a:t> (processes or methodology) that a company uses to </a:t>
            </a:r>
            <a:r>
              <a:rPr lang="en-US" altLang="en-US" b="1" smtClean="0"/>
              <a:t>manage change to its software assets</a:t>
            </a:r>
            <a:r>
              <a:rPr lang="en-US" altLang="en-US" smtClean="0"/>
              <a:t>.</a:t>
            </a:r>
          </a:p>
        </p:txBody>
      </p:sp>
      <p:pic>
        <p:nvPicPr>
          <p:cNvPr id="38916" name="Picture 5" descr="http://wellnessproposals.com/images/what-is-wellness.png"/>
          <p:cNvPicPr>
            <a:picLocks noChangeAspect="1" noChangeArrowheads="1"/>
          </p:cNvPicPr>
          <p:nvPr/>
        </p:nvPicPr>
        <p:blipFill>
          <a:blip r:embed="rId2">
            <a:extLst>
              <a:ext uri="{28A0092B-C50C-407E-A947-70E740481C1C}">
                <a14:useLocalDpi xmlns:a14="http://schemas.microsoft.com/office/drawing/2010/main" val="0"/>
              </a:ext>
            </a:extLst>
          </a:blip>
          <a:srcRect r="12878"/>
          <a:stretch>
            <a:fillRect/>
          </a:stretch>
        </p:blipFill>
        <p:spPr bwMode="auto">
          <a:xfrm>
            <a:off x="0" y="1160463"/>
            <a:ext cx="1209675"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txBox="1">
            <a:spLocks noChangeArrowheads="1"/>
          </p:cNvSpPr>
          <p:nvPr/>
        </p:nvSpPr>
        <p:spPr bwMode="auto">
          <a:xfrm>
            <a:off x="179388" y="4930775"/>
            <a:ext cx="8856662"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spcBef>
                <a:spcPct val="0"/>
              </a:spcBef>
              <a:spcAft>
                <a:spcPts val="600"/>
              </a:spcAft>
              <a:defRPr/>
            </a:pPr>
            <a:r>
              <a:rPr lang="en-US" altLang="en-US" b="1" kern="0" smtClean="0"/>
              <a:t>Standards (approved by ANSI)</a:t>
            </a:r>
          </a:p>
          <a:p>
            <a:pPr lvl="1">
              <a:spcBef>
                <a:spcPct val="0"/>
              </a:spcBef>
              <a:spcAft>
                <a:spcPts val="600"/>
              </a:spcAft>
              <a:defRPr/>
            </a:pPr>
            <a:r>
              <a:rPr lang="en-US" altLang="en-US" kern="0" smtClean="0"/>
              <a:t>IEEE 828: Software Configuration Management Plans</a:t>
            </a:r>
          </a:p>
          <a:p>
            <a:pPr lvl="1">
              <a:spcBef>
                <a:spcPct val="0"/>
              </a:spcBef>
              <a:spcAft>
                <a:spcPts val="600"/>
              </a:spcAft>
              <a:defRPr/>
            </a:pPr>
            <a:r>
              <a:rPr lang="en-US" altLang="en-US" kern="0" smtClean="0"/>
              <a:t>IEEE 1042: Guide to Software Configuration Management</a:t>
            </a:r>
          </a:p>
          <a:p>
            <a:pPr lvl="1">
              <a:spcBef>
                <a:spcPct val="0"/>
              </a:spcBef>
              <a:spcAft>
                <a:spcPts val="600"/>
              </a:spcAft>
              <a:defRPr/>
            </a:pPr>
            <a:endParaRPr lang="en-US" altLang="en-US" kern="0" smtClean="0"/>
          </a:p>
        </p:txBody>
      </p:sp>
      <p:sp>
        <p:nvSpPr>
          <p:cNvPr id="7" name="Rectangle 5"/>
          <p:cNvSpPr txBox="1">
            <a:spLocks noChangeArrowheads="1"/>
          </p:cNvSpPr>
          <p:nvPr/>
        </p:nvSpPr>
        <p:spPr bwMode="auto">
          <a:xfrm>
            <a:off x="1209675" y="2951163"/>
            <a:ext cx="7826375"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spcBef>
                <a:spcPct val="0"/>
              </a:spcBef>
              <a:spcAft>
                <a:spcPts val="600"/>
              </a:spcAft>
              <a:defRPr/>
            </a:pPr>
            <a:r>
              <a:rPr lang="en-US" altLang="en-US" b="1" kern="0" smtClean="0"/>
              <a:t>Purpose</a:t>
            </a:r>
            <a:r>
              <a:rPr lang="en-US" altLang="en-US" kern="0" smtClean="0"/>
              <a:t>:</a:t>
            </a:r>
          </a:p>
          <a:p>
            <a:pPr lvl="1">
              <a:spcBef>
                <a:spcPct val="0"/>
              </a:spcBef>
              <a:spcAft>
                <a:spcPts val="600"/>
              </a:spcAft>
              <a:defRPr/>
            </a:pPr>
            <a:r>
              <a:rPr lang="en-US" altLang="en-US" kern="0" smtClean="0"/>
              <a:t>To </a:t>
            </a:r>
            <a:r>
              <a:rPr lang="en-US" altLang="en-US" b="1" kern="0" smtClean="0"/>
              <a:t>establish</a:t>
            </a:r>
            <a:r>
              <a:rPr lang="en-US" altLang="en-US" kern="0" smtClean="0"/>
              <a:t> and </a:t>
            </a:r>
            <a:r>
              <a:rPr lang="en-US" altLang="en-US" b="1" kern="0" smtClean="0"/>
              <a:t>maintain the integrity of the products</a:t>
            </a:r>
            <a:r>
              <a:rPr lang="en-US" altLang="en-US" kern="0" smtClean="0"/>
              <a:t> of the software project </a:t>
            </a:r>
            <a:r>
              <a:rPr lang="en-US" altLang="en-US" b="1" kern="0" smtClean="0"/>
              <a:t>throughout the project’s software life cycle</a:t>
            </a:r>
            <a:r>
              <a:rPr lang="en-US" altLang="en-US" kern="0" smtClean="0"/>
              <a:t>.</a:t>
            </a: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2238" y="2816225"/>
            <a:ext cx="1087437"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F1E39739-B238-42EF-B4BF-F03E62AA508A}" type="slidenum">
              <a:rPr lang="ja-JP" altLang="en-US" sz="1000" smtClean="0"/>
              <a:pPr>
                <a:spcBef>
                  <a:spcPct val="0"/>
                </a:spcBef>
                <a:buClrTx/>
                <a:buSzTx/>
                <a:buFontTx/>
                <a:buNone/>
              </a:pPr>
              <a:t>13</a:t>
            </a:fld>
            <a:endParaRPr lang="en-US" altLang="ja-JP" sz="100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lIns="92075" tIns="46038" rIns="92075" bIns="46038"/>
          <a:lstStyle/>
          <a:p>
            <a:r>
              <a:rPr lang="en-US" altLang="en-US" smtClean="0">
                <a:ea typeface="ＭＳ Ｐゴシック" panose="020B0600070205080204" pitchFamily="34" charset="-128"/>
              </a:rPr>
              <a:t>Why Software CM ?</a:t>
            </a:r>
            <a:br>
              <a:rPr lang="en-US" altLang="en-US" smtClean="0">
                <a:ea typeface="ＭＳ Ｐゴシック" panose="020B0600070205080204" pitchFamily="34" charset="-128"/>
              </a:rPr>
            </a:br>
            <a:r>
              <a:rPr lang="en-US" altLang="en-US" sz="2800" smtClean="0">
                <a:solidFill>
                  <a:schemeClr val="tx1"/>
                </a:solidFill>
                <a:ea typeface="ＭＳ Ｐゴシック" panose="020B0600070205080204" pitchFamily="34" charset="-128"/>
              </a:rPr>
              <a:t>Proplems</a:t>
            </a:r>
            <a:endParaRPr lang="en-US" altLang="ja-JP" smtClean="0">
              <a:solidFill>
                <a:schemeClr val="tx1"/>
              </a:solidFill>
              <a:ea typeface="ＭＳ Ｐゴシック" panose="020B0600070205080204" pitchFamily="34" charset="-128"/>
            </a:endParaRPr>
          </a:p>
        </p:txBody>
      </p:sp>
      <p:sp>
        <p:nvSpPr>
          <p:cNvPr id="39939"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6E1A4A59-E1BC-4F13-B07C-85504361BE39}" type="slidenum">
              <a:rPr lang="ja-JP" altLang="en-US" sz="1000" smtClean="0"/>
              <a:pPr>
                <a:spcBef>
                  <a:spcPct val="0"/>
                </a:spcBef>
                <a:buClrTx/>
                <a:buSzTx/>
                <a:buFontTx/>
                <a:buNone/>
              </a:pPr>
              <a:t>14</a:t>
            </a:fld>
            <a:endParaRPr lang="en-US" altLang="ja-JP" sz="1000" smtClean="0"/>
          </a:p>
        </p:txBody>
      </p:sp>
      <p:sp>
        <p:nvSpPr>
          <p:cNvPr id="8197" name="Rectangle 3"/>
          <p:cNvSpPr>
            <a:spLocks noGrp="1" noChangeArrowheads="1"/>
          </p:cNvSpPr>
          <p:nvPr>
            <p:ph type="body" sz="half" idx="4294967295"/>
          </p:nvPr>
        </p:nvSpPr>
        <p:spPr>
          <a:xfrm>
            <a:off x="1414463" y="1160463"/>
            <a:ext cx="7729537" cy="936625"/>
          </a:xfrm>
        </p:spPr>
        <p:txBody>
          <a:bodyPr/>
          <a:lstStyle/>
          <a:p>
            <a:pPr algn="just"/>
            <a:r>
              <a:rPr lang="en-US" altLang="ja-JP" sz="2000" smtClean="0">
                <a:latin typeface="Candara" panose="020E0502030303020204" pitchFamily="34" charset="0"/>
                <a:ea typeface="ＭＳ Ｐゴシック" panose="020B0600070205080204" pitchFamily="34" charset="-128"/>
              </a:rPr>
              <a:t>Một lỗi nào đó của phần mềm đang xây dựng, tốn nhiều công sửa chữa bỗng dung xuất hiện trở lại.</a:t>
            </a:r>
          </a:p>
        </p:txBody>
      </p:sp>
      <p:sp>
        <p:nvSpPr>
          <p:cNvPr id="9" name="Rectangle 3"/>
          <p:cNvSpPr txBox="1">
            <a:spLocks noChangeArrowheads="1"/>
          </p:cNvSpPr>
          <p:nvPr/>
        </p:nvSpPr>
        <p:spPr bwMode="auto">
          <a:xfrm>
            <a:off x="1414463" y="2125663"/>
            <a:ext cx="7570787"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smtClean="0">
                <a:ea typeface="ＭＳ Ｐゴシック" panose="020B0600070205080204" pitchFamily="34" charset="-128"/>
              </a:rPr>
              <a:t>Gửi cho khách hàng phiên bản cũ của tài liệu, không phải phiên bản mới nhất.</a:t>
            </a:r>
            <a:endParaRPr lang="en-US" altLang="ja-JP" sz="2000" kern="0">
              <a:ea typeface="ＭＳ Ｐゴシック" panose="020B0600070205080204" pitchFamily="34" charset="-128"/>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7488" y="1138238"/>
            <a:ext cx="1031875"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17488" y="2060575"/>
            <a:ext cx="10318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34938" y="3089275"/>
            <a:ext cx="1196975"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p:cNvSpPr txBox="1">
            <a:spLocks noChangeArrowheads="1"/>
          </p:cNvSpPr>
          <p:nvPr/>
        </p:nvSpPr>
        <p:spPr bwMode="auto">
          <a:xfrm>
            <a:off x="1403350" y="3089275"/>
            <a:ext cx="757078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smtClean="0">
                <a:ea typeface="ＭＳ Ｐゴシック" panose="020B0600070205080204" pitchFamily="34" charset="-128"/>
              </a:rPr>
              <a:t>Không tìm thấy chức năng đã được phát triển.</a:t>
            </a:r>
            <a:endParaRPr lang="en-US" altLang="ja-JP" sz="2000" kern="0">
              <a:ea typeface="ＭＳ Ｐゴシック" panose="020B0600070205080204" pitchFamily="34" charset="-128"/>
            </a:endParaRPr>
          </a:p>
        </p:txBody>
      </p:sp>
      <p:pic>
        <p:nvPicPr>
          <p:cNvPr id="6" name="Picture 5"/>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36538" y="4090988"/>
            <a:ext cx="1058862"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
          <p:cNvSpPr txBox="1">
            <a:spLocks noChangeArrowheads="1"/>
          </p:cNvSpPr>
          <p:nvPr/>
        </p:nvSpPr>
        <p:spPr bwMode="auto">
          <a:xfrm>
            <a:off x="1414463" y="4303713"/>
            <a:ext cx="75707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smtClean="0">
                <a:ea typeface="ＭＳ Ｐゴシック" panose="020B0600070205080204" pitchFamily="34" charset="-128"/>
              </a:rPr>
              <a:t>Lỗi tự dung phát sinh ở một chương trình đã được kiểm tra cẩn thận.</a:t>
            </a:r>
            <a:endParaRPr lang="en-US" altLang="ja-JP" sz="2000" kern="0">
              <a:ea typeface="ＭＳ Ｐゴシック" panose="020B0600070205080204" pitchFamily="34" charset="-128"/>
            </a:endParaRPr>
          </a:p>
        </p:txBody>
      </p:sp>
      <p:pic>
        <p:nvPicPr>
          <p:cNvPr id="7" name="Picture 6"/>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04775" y="5254625"/>
            <a:ext cx="1322388"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
          <p:cNvSpPr txBox="1">
            <a:spLocks noChangeArrowheads="1"/>
          </p:cNvSpPr>
          <p:nvPr/>
        </p:nvSpPr>
        <p:spPr bwMode="auto">
          <a:xfrm>
            <a:off x="1414463" y="5340350"/>
            <a:ext cx="75707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smtClean="0">
                <a:ea typeface="ＭＳ Ｐゴシック" panose="020B0600070205080204" pitchFamily="34" charset="-128"/>
              </a:rPr>
              <a:t>Vấn đề phiên bản khi tích hợp.</a:t>
            </a:r>
            <a:endParaRPr lang="en-US" altLang="ja-JP" sz="2000" kern="0">
              <a:ea typeface="ＭＳ Ｐゴシック" panose="020B0600070205080204" pitchFamily="34" charset="-128"/>
            </a:endParaRPr>
          </a:p>
        </p:txBody>
      </p:sp>
      <p:pic>
        <p:nvPicPr>
          <p:cNvPr id="39950" name="Picture 5" descr="http://deanhawk.com/wp-content/uploads/2014/04/Why-icon1-300x300.jpg"/>
          <p:cNvPicPr>
            <a:picLocks noChangeAspect="1" noChangeArrowheads="1"/>
          </p:cNvPicPr>
          <p:nvPr/>
        </p:nvPicPr>
        <p:blipFill>
          <a:blip r:embed="rId10">
            <a:extLst>
              <a:ext uri="{28A0092B-C50C-407E-A947-70E740481C1C}">
                <a14:useLocalDpi xmlns:a14="http://schemas.microsoft.com/office/drawing/2010/main" val="0"/>
              </a:ext>
            </a:extLst>
          </a:blip>
          <a:srcRect t="10480"/>
          <a:stretch>
            <a:fillRect/>
          </a:stretch>
        </p:blipFill>
        <p:spPr bwMode="auto">
          <a:xfrm>
            <a:off x="7239000" y="4689475"/>
            <a:ext cx="1771650" cy="158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7">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p:bldP spid="9" grpId="0"/>
      <p:bldP spid="13" grpId="0"/>
      <p:bldP spid="15"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lIns="92075" tIns="46038" rIns="92075" bIns="46038"/>
          <a:lstStyle/>
          <a:p>
            <a:r>
              <a:rPr lang="en-US" altLang="en-US" smtClean="0">
                <a:ea typeface="ＭＳ Ｐゴシック" panose="020B0600070205080204" pitchFamily="34" charset="-128"/>
              </a:rPr>
              <a:t>Why Software </a:t>
            </a:r>
            <a:br>
              <a:rPr lang="en-US" altLang="en-US" smtClean="0">
                <a:ea typeface="ＭＳ Ｐゴシック" panose="020B0600070205080204" pitchFamily="34" charset="-128"/>
              </a:rPr>
            </a:br>
            <a:r>
              <a:rPr lang="en-US" altLang="en-US" smtClean="0">
                <a:ea typeface="ＭＳ Ｐゴシック" panose="020B0600070205080204" pitchFamily="34" charset="-128"/>
              </a:rPr>
              <a:t>Configuration Management ?</a:t>
            </a:r>
            <a:endParaRPr lang="en-US" altLang="ja-JP" smtClean="0">
              <a:ea typeface="ＭＳ Ｐゴシック" panose="020B0600070205080204" pitchFamily="34" charset="-128"/>
            </a:endParaRPr>
          </a:p>
        </p:txBody>
      </p:sp>
      <p:sp>
        <p:nvSpPr>
          <p:cNvPr id="41987"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FE79E6F6-F98B-4B61-A2A6-E6014163E8E1}" type="slidenum">
              <a:rPr lang="ja-JP" altLang="en-US" sz="1000" smtClean="0"/>
              <a:pPr>
                <a:spcBef>
                  <a:spcPct val="0"/>
                </a:spcBef>
                <a:buClrTx/>
                <a:buSzTx/>
                <a:buFontTx/>
                <a:buNone/>
              </a:pPr>
              <a:t>15</a:t>
            </a:fld>
            <a:endParaRPr lang="en-US" altLang="ja-JP" sz="1000" smtClean="0"/>
          </a:p>
        </p:txBody>
      </p:sp>
      <p:sp>
        <p:nvSpPr>
          <p:cNvPr id="8197" name="Rectangle 3"/>
          <p:cNvSpPr>
            <a:spLocks noGrp="1" noChangeArrowheads="1"/>
          </p:cNvSpPr>
          <p:nvPr>
            <p:ph type="body" sz="half" idx="4294967295"/>
          </p:nvPr>
        </p:nvSpPr>
        <p:spPr>
          <a:xfrm>
            <a:off x="1403350" y="1160463"/>
            <a:ext cx="7740650" cy="1684337"/>
          </a:xfrm>
        </p:spPr>
        <p:txBody>
          <a:bodyPr/>
          <a:lstStyle/>
          <a:p>
            <a:pPr algn="just"/>
            <a:r>
              <a:rPr lang="en-US" altLang="ja-JP" sz="2000" smtClean="0">
                <a:latin typeface="Candara" panose="020E0502030303020204" pitchFamily="34" charset="0"/>
                <a:ea typeface="ＭＳ Ｐゴシック" panose="020B0600070205080204" pitchFamily="34" charset="-128"/>
              </a:rPr>
              <a:t>Enables the </a:t>
            </a:r>
            <a:r>
              <a:rPr lang="en-US" altLang="ja-JP" sz="2000" b="1" smtClean="0">
                <a:latin typeface="Candara" panose="020E0502030303020204" pitchFamily="34" charset="0"/>
                <a:ea typeface="ＭＳ Ｐゴシック" panose="020B0600070205080204" pitchFamily="34" charset="-128"/>
              </a:rPr>
              <a:t>team to work together in a stable</a:t>
            </a:r>
            <a:r>
              <a:rPr lang="en-US" altLang="ja-JP" sz="2000" baseline="30000" smtClean="0">
                <a:latin typeface="Candara" panose="020E0502030303020204" pitchFamily="34" charset="0"/>
                <a:ea typeface="ＭＳ Ｐゴシック" panose="020B0600070205080204" pitchFamily="34" charset="-128"/>
              </a:rPr>
              <a:t>[ổn định]</a:t>
            </a:r>
            <a:r>
              <a:rPr lang="en-US" altLang="ja-JP" sz="2000" smtClean="0">
                <a:latin typeface="Candara" panose="020E0502030303020204" pitchFamily="34" charset="0"/>
                <a:ea typeface="ＭＳ Ｐゴシック" panose="020B0600070205080204" pitchFamily="34" charset="-128"/>
              </a:rPr>
              <a:t> and </a:t>
            </a:r>
            <a:r>
              <a:rPr lang="en-US" altLang="ja-JP" sz="2000" b="1" smtClean="0">
                <a:latin typeface="Candara" panose="020E0502030303020204" pitchFamily="34" charset="0"/>
                <a:ea typeface="ＭＳ Ｐゴシック" panose="020B0600070205080204" pitchFamily="34" charset="-128"/>
              </a:rPr>
              <a:t>flexible environment</a:t>
            </a:r>
            <a:r>
              <a:rPr lang="en-US" altLang="ja-JP" sz="2000" smtClean="0">
                <a:latin typeface="Candara" panose="020E0502030303020204" pitchFamily="34" charset="0"/>
                <a:ea typeface="ＭＳ Ｐゴシック" panose="020B0600070205080204" pitchFamily="34" charset="-128"/>
              </a:rPr>
              <a:t>.</a:t>
            </a:r>
          </a:p>
          <a:p>
            <a:pPr lvl="1" algn="just"/>
            <a:r>
              <a:rPr lang="en-US" altLang="ja-JP" sz="1800" smtClean="0">
                <a:latin typeface="Candara" panose="020E0502030303020204" pitchFamily="34" charset="0"/>
                <a:ea typeface="ＭＳ Ｐゴシック" panose="020B0600070205080204" pitchFamily="34" charset="-128"/>
              </a:rPr>
              <a:t>Concurent update.</a:t>
            </a:r>
          </a:p>
          <a:p>
            <a:pPr lvl="1" algn="just"/>
            <a:r>
              <a:rPr lang="en-US" altLang="ja-JP" sz="1800" smtClean="0">
                <a:latin typeface="Candara" panose="020E0502030303020204" pitchFamily="34" charset="0"/>
                <a:ea typeface="ＭＳ Ｐゴシック" panose="020B0600070205080204" pitchFamily="34" charset="-128"/>
              </a:rPr>
              <a:t>Share source code.</a:t>
            </a:r>
          </a:p>
          <a:p>
            <a:pPr lvl="1" algn="just"/>
            <a:r>
              <a:rPr lang="en-US" altLang="ja-JP" sz="1800" smtClean="0">
                <a:latin typeface="Candara" panose="020E0502030303020204" pitchFamily="34" charset="0"/>
                <a:ea typeface="ＭＳ Ｐゴシック" panose="020B0600070205080204" pitchFamily="34" charset="-128"/>
              </a:rPr>
              <a:t>Release (software products): customer, testing, developing.</a:t>
            </a:r>
          </a:p>
        </p:txBody>
      </p:sp>
      <p:pic>
        <p:nvPicPr>
          <p:cNvPr id="8200" name="Picture 8" descr="http://its.yale.edu/sites/default/files/news/gears.jpg?13600034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413" y="2932113"/>
            <a:ext cx="12954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txBox="1">
            <a:spLocks noChangeArrowheads="1"/>
          </p:cNvSpPr>
          <p:nvPr/>
        </p:nvSpPr>
        <p:spPr bwMode="auto">
          <a:xfrm>
            <a:off x="1403350" y="2924175"/>
            <a:ext cx="774858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1900" kern="0">
                <a:ea typeface="ＭＳ Ｐゴシック" panose="020B0600070205080204" pitchFamily="34" charset="-128"/>
              </a:rPr>
              <a:t>Maintains the </a:t>
            </a:r>
            <a:r>
              <a:rPr lang="en-US" altLang="ja-JP" sz="1900" b="1" kern="0">
                <a:ea typeface="ＭＳ Ｐゴシック" panose="020B0600070205080204" pitchFamily="34" charset="-128"/>
              </a:rPr>
              <a:t>integrity</a:t>
            </a:r>
            <a:r>
              <a:rPr lang="en-US" altLang="ja-JP" sz="1900" kern="0">
                <a:ea typeface="ＭＳ Ｐゴシック" panose="020B0600070205080204" pitchFamily="34" charset="-128"/>
              </a:rPr>
              <a:t> and </a:t>
            </a:r>
            <a:r>
              <a:rPr lang="en-US" altLang="ja-JP" sz="1900" b="1" kern="0">
                <a:ea typeface="ＭＳ Ｐゴシック" panose="020B0600070205080204" pitchFamily="34" charset="-128"/>
              </a:rPr>
              <a:t>control of software products </a:t>
            </a:r>
            <a:r>
              <a:rPr lang="en-US" altLang="ja-JP" sz="1900" kern="0">
                <a:ea typeface="ＭＳ Ｐゴシック" panose="020B0600070205080204" pitchFamily="34" charset="-128"/>
              </a:rPr>
              <a:t>throughout the life cycle.</a:t>
            </a:r>
          </a:p>
        </p:txBody>
      </p:sp>
      <p:pic>
        <p:nvPicPr>
          <p:cNvPr id="2" name="Picture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42875" y="1125538"/>
            <a:ext cx="1260475"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3"/>
          <p:cNvSpPr txBox="1">
            <a:spLocks noChangeArrowheads="1"/>
          </p:cNvSpPr>
          <p:nvPr/>
        </p:nvSpPr>
        <p:spPr bwMode="auto">
          <a:xfrm>
            <a:off x="1420813" y="3868738"/>
            <a:ext cx="77485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a:ea typeface="ＭＳ Ｐゴシック" panose="020B0600070205080204" pitchFamily="34" charset="-128"/>
              </a:rPr>
              <a:t>Enforces the discipline on the </a:t>
            </a:r>
            <a:r>
              <a:rPr lang="en-US" altLang="ja-JP" sz="2000" kern="0">
                <a:solidFill>
                  <a:srgbClr val="FF0000"/>
                </a:solidFill>
                <a:ea typeface="ＭＳ Ｐゴシック" panose="020B0600070205080204" pitchFamily="34" charset="-128"/>
              </a:rPr>
              <a:t>control in the  change of the software product and </a:t>
            </a:r>
            <a:r>
              <a:rPr lang="en-US" altLang="ja-JP" sz="2000" kern="0" smtClean="0">
                <a:solidFill>
                  <a:srgbClr val="FF0000"/>
                </a:solidFill>
                <a:ea typeface="ＭＳ Ｐゴシック" panose="020B0600070205080204" pitchFamily="34" charset="-128"/>
              </a:rPr>
              <a:t>documents.</a:t>
            </a:r>
            <a:endParaRPr lang="en-US" altLang="ja-JP" sz="2000" kern="0">
              <a:solidFill>
                <a:srgbClr val="FF0000"/>
              </a:solidFill>
              <a:ea typeface="ＭＳ Ｐゴシック" panose="020B0600070205080204" pitchFamily="34" charset="-128"/>
            </a:endParaRPr>
          </a:p>
        </p:txBody>
      </p:sp>
      <p:sp>
        <p:nvSpPr>
          <p:cNvPr id="13" name="Rectangle 3"/>
          <p:cNvSpPr txBox="1">
            <a:spLocks noChangeArrowheads="1"/>
          </p:cNvSpPr>
          <p:nvPr/>
        </p:nvSpPr>
        <p:spPr bwMode="auto">
          <a:xfrm>
            <a:off x="1420813" y="4813300"/>
            <a:ext cx="77485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a:solidFill>
                  <a:srgbClr val="FF0000"/>
                </a:solidFill>
                <a:ea typeface="ＭＳ Ｐゴシック" panose="020B0600070205080204" pitchFamily="34" charset="-128"/>
              </a:rPr>
              <a:t>Enhances the productivity (năng suất) </a:t>
            </a:r>
            <a:r>
              <a:rPr lang="en-US" altLang="ja-JP" sz="2000" kern="0">
                <a:ea typeface="ＭＳ Ｐゴシック" panose="020B0600070205080204" pitchFamily="34" charset="-128"/>
              </a:rPr>
              <a:t>in long </a:t>
            </a:r>
            <a:r>
              <a:rPr lang="en-US" altLang="ja-JP" sz="2000" kern="0" smtClean="0">
                <a:ea typeface="ＭＳ Ｐゴシック" panose="020B0600070205080204" pitchFamily="34" charset="-128"/>
              </a:rPr>
              <a:t>run.</a:t>
            </a:r>
            <a:endParaRPr lang="en-US" altLang="ja-JP" sz="2000" kern="0">
              <a:ea typeface="ＭＳ Ｐゴシック" panose="020B0600070205080204" pitchFamily="34" charset="-128"/>
            </a:endParaRPr>
          </a:p>
        </p:txBody>
      </p:sp>
      <p:sp>
        <p:nvSpPr>
          <p:cNvPr id="14" name="Rectangle 3"/>
          <p:cNvSpPr txBox="1">
            <a:spLocks noChangeArrowheads="1"/>
          </p:cNvSpPr>
          <p:nvPr/>
        </p:nvSpPr>
        <p:spPr bwMode="auto">
          <a:xfrm>
            <a:off x="1420813" y="5478463"/>
            <a:ext cx="77231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3"/>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4"/>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lgn="just">
              <a:defRPr/>
            </a:pPr>
            <a:r>
              <a:rPr lang="en-US" altLang="ja-JP" sz="2000" kern="0">
                <a:solidFill>
                  <a:srgbClr val="FF0000"/>
                </a:solidFill>
                <a:ea typeface="ＭＳ Ｐゴシック" panose="020B0600070205080204" pitchFamily="34" charset="-128"/>
              </a:rPr>
              <a:t>Easy identification </a:t>
            </a:r>
            <a:r>
              <a:rPr lang="en-US" altLang="ja-JP" sz="2000" kern="0">
                <a:ea typeface="ＭＳ Ｐゴシック" panose="020B0600070205080204" pitchFamily="34" charset="-128"/>
              </a:rPr>
              <a:t>of artifacts in case of future maintenance and</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20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p:bldP spid="9" grpId="0"/>
      <p:bldP spid="11"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smtClean="0">
                <a:ea typeface="ＭＳ Ｐゴシック" panose="020B0600070205080204" pitchFamily="34" charset="-128"/>
              </a:rPr>
              <a:t>When Software </a:t>
            </a:r>
            <a:br>
              <a:rPr lang="en-US" altLang="en-US" smtClean="0">
                <a:ea typeface="ＭＳ Ｐゴシック" panose="020B0600070205080204" pitchFamily="34" charset="-128"/>
              </a:rPr>
            </a:br>
            <a:r>
              <a:rPr lang="en-US" altLang="en-US" smtClean="0">
                <a:ea typeface="ＭＳ Ｐゴシック" panose="020B0600070205080204" pitchFamily="34" charset="-128"/>
              </a:rPr>
              <a:t>Configuration Management ?</a:t>
            </a:r>
            <a:endParaRPr lang="en-US" altLang="en-US" smtClean="0"/>
          </a:p>
        </p:txBody>
      </p:sp>
      <p:sp>
        <p:nvSpPr>
          <p:cNvPr id="3" name="Content Placeholder 2"/>
          <p:cNvSpPr>
            <a:spLocks noGrp="1"/>
          </p:cNvSpPr>
          <p:nvPr>
            <p:ph idx="1"/>
          </p:nvPr>
        </p:nvSpPr>
        <p:spPr>
          <a:xfrm>
            <a:off x="304800" y="4329113"/>
            <a:ext cx="8659813" cy="1979612"/>
          </a:xfrm>
        </p:spPr>
        <p:txBody>
          <a:bodyPr/>
          <a:lstStyle/>
          <a:p>
            <a:r>
              <a:rPr lang="en-US" altLang="en-US" smtClean="0"/>
              <a:t>On going activity from </a:t>
            </a:r>
            <a:r>
              <a:rPr lang="en-US" altLang="en-US" b="1" smtClean="0"/>
              <a:t>project begin to end</a:t>
            </a:r>
            <a:r>
              <a:rPr lang="en-US" altLang="en-US" smtClean="0"/>
              <a:t>.</a:t>
            </a:r>
          </a:p>
        </p:txBody>
      </p:sp>
      <p:sp>
        <p:nvSpPr>
          <p:cNvPr id="4403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D15AD80F-ABF2-4170-97AA-D838DAB874E0}" type="slidenum">
              <a:rPr lang="ja-JP" altLang="en-US" sz="1000" smtClean="0"/>
              <a:pPr>
                <a:spcBef>
                  <a:spcPct val="0"/>
                </a:spcBef>
                <a:buClrTx/>
                <a:buSzTx/>
                <a:buFontTx/>
                <a:buNone/>
              </a:pPr>
              <a:t>16</a:t>
            </a:fld>
            <a:endParaRPr lang="en-US" altLang="ja-JP" sz="1000" smtClean="0"/>
          </a:p>
        </p:txBody>
      </p:sp>
      <p:pic>
        <p:nvPicPr>
          <p:cNvPr id="44037" name="Picture 2" descr="http://www.shumatsucon.com/parts/home/when-ic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7063" y="4178300"/>
            <a:ext cx="242887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87475" y="1150938"/>
            <a:ext cx="6069013" cy="303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ja-JP" smtClean="0">
                <a:ea typeface="ＭＳ Ｐゴシック" panose="020B0600070205080204" pitchFamily="34" charset="-128"/>
              </a:rPr>
              <a:t>CI Concept</a:t>
            </a:r>
            <a:endParaRPr lang="en-GB" altLang="en-US" smtClean="0"/>
          </a:p>
        </p:txBody>
      </p:sp>
      <p:sp>
        <p:nvSpPr>
          <p:cNvPr id="45059" name="Rectangle 3"/>
          <p:cNvSpPr>
            <a:spLocks noGrp="1" noChangeArrowheads="1"/>
          </p:cNvSpPr>
          <p:nvPr>
            <p:ph idx="1"/>
          </p:nvPr>
        </p:nvSpPr>
        <p:spPr>
          <a:xfrm>
            <a:off x="3400425" y="1160463"/>
            <a:ext cx="5564188" cy="5148262"/>
          </a:xfrm>
        </p:spPr>
        <p:txBody>
          <a:bodyPr/>
          <a:lstStyle/>
          <a:p>
            <a:pPr>
              <a:spcBef>
                <a:spcPts val="1200"/>
              </a:spcBef>
            </a:pPr>
            <a:r>
              <a:rPr lang="en-IE" altLang="en-US" sz="2000" b="1" smtClean="0">
                <a:solidFill>
                  <a:srgbClr val="0000FF"/>
                </a:solidFill>
                <a:cs typeface="Arial" panose="020B0604020202020204" pitchFamily="34" charset="0"/>
              </a:rPr>
              <a:t>Configuration Item</a:t>
            </a:r>
            <a:r>
              <a:rPr lang="en-IE" altLang="en-US" sz="2000" smtClean="0">
                <a:cs typeface="Arial" panose="020B0604020202020204" pitchFamily="34" charset="0"/>
              </a:rPr>
              <a:t> (</a:t>
            </a:r>
            <a:r>
              <a:rPr lang="en-IE" altLang="en-US" sz="2000" b="1" smtClean="0">
                <a:cs typeface="Arial" panose="020B0604020202020204" pitchFamily="34" charset="0"/>
              </a:rPr>
              <a:t>CI</a:t>
            </a:r>
            <a:r>
              <a:rPr lang="en-IE" altLang="en-US" sz="2000" smtClean="0">
                <a:cs typeface="Arial" panose="020B0604020202020204" pitchFamily="34" charset="0"/>
              </a:rPr>
              <a:t>)</a:t>
            </a:r>
          </a:p>
          <a:p>
            <a:pPr lvl="1" algn="just">
              <a:spcBef>
                <a:spcPts val="1200"/>
              </a:spcBef>
            </a:pPr>
            <a:r>
              <a:rPr lang="en-AU" altLang="en-US" sz="1800" smtClean="0">
                <a:cs typeface="Times New Roman" panose="02020603050405020304" pitchFamily="18" charset="0"/>
              </a:rPr>
              <a:t>A </a:t>
            </a:r>
            <a:r>
              <a:rPr lang="en-AU" altLang="en-US" sz="1800" b="1" smtClean="0">
                <a:cs typeface="Times New Roman" panose="02020603050405020304" pitchFamily="18" charset="0"/>
              </a:rPr>
              <a:t>configuration item </a:t>
            </a:r>
            <a:r>
              <a:rPr lang="en-AU" altLang="en-US" sz="1800" smtClean="0">
                <a:cs typeface="Times New Roman" panose="02020603050405020304" pitchFamily="18" charset="0"/>
              </a:rPr>
              <a:t>is a uniquely identifiable </a:t>
            </a:r>
            <a:r>
              <a:rPr lang="en-AU" altLang="en-US" sz="1800" b="1" smtClean="0">
                <a:cs typeface="Times New Roman" panose="02020603050405020304" pitchFamily="18" charset="0"/>
              </a:rPr>
              <a:t>subset of the CSCI </a:t>
            </a:r>
            <a:r>
              <a:rPr lang="en-AU" altLang="en-US" sz="1800" smtClean="0">
                <a:cs typeface="Times New Roman" panose="02020603050405020304" pitchFamily="18" charset="0"/>
              </a:rPr>
              <a:t>that represents </a:t>
            </a:r>
            <a:r>
              <a:rPr lang="en-AU" altLang="en-US" sz="1800" smtClean="0">
                <a:solidFill>
                  <a:srgbClr val="FF0000"/>
                </a:solidFill>
                <a:cs typeface="Times New Roman" panose="02020603050405020304" pitchFamily="18" charset="0"/>
              </a:rPr>
              <a:t>the smallest portion of the system to be subject to independent configuration management change control procedures</a:t>
            </a:r>
            <a:r>
              <a:rPr lang="en-AU" altLang="en-US" sz="1800" smtClean="0">
                <a:cs typeface="Times New Roman" panose="02020603050405020304" pitchFamily="18" charset="0"/>
              </a:rPr>
              <a:t>. </a:t>
            </a:r>
          </a:p>
          <a:p>
            <a:pPr lvl="1" algn="just">
              <a:spcBef>
                <a:spcPts val="1200"/>
              </a:spcBef>
            </a:pPr>
            <a:r>
              <a:rPr lang="en-AU" altLang="en-US" sz="1800" b="1" smtClean="0">
                <a:cs typeface="Times New Roman" panose="02020603050405020304" pitchFamily="18" charset="0"/>
              </a:rPr>
              <a:t>Configuration items </a:t>
            </a:r>
            <a:r>
              <a:rPr lang="en-AU" altLang="en-US" sz="1800" smtClean="0">
                <a:solidFill>
                  <a:srgbClr val="FF0000"/>
                </a:solidFill>
                <a:cs typeface="Times New Roman" panose="02020603050405020304" pitchFamily="18" charset="0"/>
              </a:rPr>
              <a:t>need to be individually controlled </a:t>
            </a:r>
            <a:r>
              <a:rPr lang="en-AU" altLang="en-US" sz="1800" smtClean="0">
                <a:cs typeface="Times New Roman" panose="02020603050405020304" pitchFamily="18" charset="0"/>
              </a:rPr>
              <a:t>because any change to a configuration item may have some effect upon the properties of the system</a:t>
            </a:r>
            <a:r>
              <a:rPr lang="en-GB" altLang="en-US" sz="1800" smtClean="0">
                <a:cs typeface="Arial" panose="020B0604020202020204" pitchFamily="34" charset="0"/>
              </a:rPr>
              <a:t>.</a:t>
            </a:r>
          </a:p>
          <a:p>
            <a:pPr>
              <a:spcBef>
                <a:spcPts val="1200"/>
              </a:spcBef>
            </a:pPr>
            <a:r>
              <a:rPr lang="en-AU" altLang="en-US" sz="2000" b="1" smtClean="0">
                <a:solidFill>
                  <a:srgbClr val="0000FF"/>
                </a:solidFill>
                <a:cs typeface="Arial" panose="020B0604020202020204" pitchFamily="34" charset="0"/>
              </a:rPr>
              <a:t>Computer Software Configuration Item</a:t>
            </a:r>
            <a:r>
              <a:rPr lang="en-AU" altLang="en-US" sz="2000" smtClean="0">
                <a:cs typeface="Arial" panose="020B0604020202020204" pitchFamily="34" charset="0"/>
              </a:rPr>
              <a:t> (</a:t>
            </a:r>
            <a:r>
              <a:rPr lang="en-AU" altLang="en-US" sz="2000" b="1" smtClean="0">
                <a:cs typeface="Arial" panose="020B0604020202020204" pitchFamily="34" charset="0"/>
              </a:rPr>
              <a:t>CSCI</a:t>
            </a:r>
            <a:r>
              <a:rPr lang="en-AU" altLang="en-US" sz="2000" smtClean="0">
                <a:cs typeface="Arial" panose="020B0604020202020204" pitchFamily="34" charset="0"/>
              </a:rPr>
              <a:t>) </a:t>
            </a:r>
          </a:p>
          <a:p>
            <a:pPr lvl="1" algn="just">
              <a:spcBef>
                <a:spcPts val="1200"/>
              </a:spcBef>
            </a:pPr>
            <a:r>
              <a:rPr lang="en-AU" altLang="en-US" sz="1800" smtClean="0">
                <a:solidFill>
                  <a:srgbClr val="FF0000"/>
                </a:solidFill>
                <a:cs typeface="Times New Roman" panose="02020603050405020304" pitchFamily="18" charset="0"/>
              </a:rPr>
              <a:t>A software item which is identified for configuration management </a:t>
            </a:r>
            <a:r>
              <a:rPr lang="en-AU" altLang="en-US" sz="1800" smtClean="0">
                <a:cs typeface="Times New Roman" panose="02020603050405020304" pitchFamily="18" charset="0"/>
              </a:rPr>
              <a:t>or, </a:t>
            </a:r>
            <a:r>
              <a:rPr lang="en-AU" altLang="en-US" sz="1800" smtClean="0">
                <a:solidFill>
                  <a:srgbClr val="FF0000"/>
                </a:solidFill>
                <a:cs typeface="Times New Roman" panose="02020603050405020304" pitchFamily="18" charset="0"/>
              </a:rPr>
              <a:t>an aggregation of software</a:t>
            </a:r>
            <a:r>
              <a:rPr lang="en-AU" altLang="en-US" sz="1800" smtClean="0">
                <a:cs typeface="Times New Roman" panose="02020603050405020304" pitchFamily="18" charset="0"/>
              </a:rPr>
              <a:t> that satisfies an end user function and designated for separate configuration management</a:t>
            </a:r>
            <a:r>
              <a:rPr lang="en-GB" altLang="en-US" sz="1800" smtClean="0">
                <a:cs typeface="Arial" panose="020B0604020202020204" pitchFamily="34" charset="0"/>
              </a:rPr>
              <a:t>.</a:t>
            </a:r>
            <a:endParaRPr lang="en-IE" altLang="en-US" sz="1800" smtClean="0">
              <a:cs typeface="Arial" panose="020B0604020202020204" pitchFamily="34" charset="0"/>
            </a:endParaRPr>
          </a:p>
        </p:txBody>
      </p:sp>
      <p:sp>
        <p:nvSpPr>
          <p:cNvPr id="45060" name="Slide Number Placeholder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E86C967F-B7C0-49FF-BAB1-B57D0A9FF1B3}" type="slidenum">
              <a:rPr lang="ja-JP" altLang="en-US" sz="1000" smtClean="0"/>
              <a:pPr>
                <a:spcBef>
                  <a:spcPct val="0"/>
                </a:spcBef>
                <a:buClrTx/>
                <a:buSzTx/>
                <a:buFontTx/>
                <a:buNone/>
              </a:pPr>
              <a:t>17</a:t>
            </a:fld>
            <a:endParaRPr lang="en-US" altLang="ja-JP" sz="1000" smtClean="0"/>
          </a:p>
        </p:txBody>
      </p:sp>
      <p:grpSp>
        <p:nvGrpSpPr>
          <p:cNvPr id="45061" name="Group 1"/>
          <p:cNvGrpSpPr>
            <a:grpSpLocks/>
          </p:cNvGrpSpPr>
          <p:nvPr/>
        </p:nvGrpSpPr>
        <p:grpSpPr bwMode="auto">
          <a:xfrm>
            <a:off x="22225" y="1700213"/>
            <a:ext cx="3429000" cy="3417887"/>
            <a:chOff x="287338" y="1524000"/>
            <a:chExt cx="3429000" cy="3417888"/>
          </a:xfrm>
        </p:grpSpPr>
        <p:sp>
          <p:nvSpPr>
            <p:cNvPr id="45062" name="Rectangle 4"/>
            <p:cNvSpPr>
              <a:spLocks noChangeArrowheads="1"/>
            </p:cNvSpPr>
            <p:nvPr/>
          </p:nvSpPr>
          <p:spPr bwMode="auto">
            <a:xfrm>
              <a:off x="323850" y="1552575"/>
              <a:ext cx="3216560" cy="3389313"/>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endParaRPr lang="en-GB" altLang="en-US">
                <a:latin typeface="Times New Roman" panose="02020603050405020304" pitchFamily="18" charset="0"/>
              </a:endParaRPr>
            </a:p>
          </p:txBody>
        </p:sp>
        <p:sp>
          <p:nvSpPr>
            <p:cNvPr id="45063" name="Text Box 5"/>
            <p:cNvSpPr txBox="1">
              <a:spLocks noChangeArrowheads="1"/>
            </p:cNvSpPr>
            <p:nvPr/>
          </p:nvSpPr>
          <p:spPr bwMode="auto">
            <a:xfrm>
              <a:off x="287338" y="152400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Software Project Artifacts</a:t>
              </a:r>
              <a:endParaRPr lang="en-GB" altLang="en-US">
                <a:latin typeface="Times New Roman" panose="02020603050405020304" pitchFamily="18" charset="0"/>
              </a:endParaRPr>
            </a:p>
          </p:txBody>
        </p:sp>
        <p:sp>
          <p:nvSpPr>
            <p:cNvPr id="45064" name="Rectangle 6"/>
            <p:cNvSpPr>
              <a:spLocks noChangeArrowheads="1"/>
            </p:cNvSpPr>
            <p:nvPr/>
          </p:nvSpPr>
          <p:spPr bwMode="auto">
            <a:xfrm>
              <a:off x="515938" y="2133600"/>
              <a:ext cx="2819400" cy="1143000"/>
            </a:xfrm>
            <a:prstGeom prst="rect">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sp>
          <p:nvSpPr>
            <p:cNvPr id="45065" name="Rectangle 7"/>
            <p:cNvSpPr>
              <a:spLocks noChangeArrowheads="1"/>
            </p:cNvSpPr>
            <p:nvPr/>
          </p:nvSpPr>
          <p:spPr bwMode="auto">
            <a:xfrm>
              <a:off x="515938" y="3657600"/>
              <a:ext cx="2819400" cy="1143000"/>
            </a:xfrm>
            <a:prstGeom prst="rect">
              <a:avLst/>
            </a:prstGeom>
            <a:solidFill>
              <a:schemeClr val="hlink"/>
            </a:solidFill>
            <a:ln w="9525">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sp>
          <p:nvSpPr>
            <p:cNvPr id="45066" name="Text Box 8"/>
            <p:cNvSpPr txBox="1">
              <a:spLocks noChangeArrowheads="1"/>
            </p:cNvSpPr>
            <p:nvPr/>
          </p:nvSpPr>
          <p:spPr bwMode="auto">
            <a:xfrm>
              <a:off x="592138" y="22098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CSCI</a:t>
              </a:r>
              <a:endParaRPr lang="en-GB" altLang="en-US">
                <a:latin typeface="Times New Roman" panose="02020603050405020304" pitchFamily="18" charset="0"/>
              </a:endParaRPr>
            </a:p>
          </p:txBody>
        </p:sp>
        <p:sp>
          <p:nvSpPr>
            <p:cNvPr id="45067" name="Text Box 9"/>
            <p:cNvSpPr txBox="1">
              <a:spLocks noChangeArrowheads="1"/>
            </p:cNvSpPr>
            <p:nvPr/>
          </p:nvSpPr>
          <p:spPr bwMode="auto">
            <a:xfrm>
              <a:off x="592138" y="37338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CSCI</a:t>
              </a:r>
              <a:endParaRPr lang="en-GB" altLang="en-US">
                <a:latin typeface="Times New Roman" panose="02020603050405020304" pitchFamily="18" charset="0"/>
              </a:endParaRPr>
            </a:p>
          </p:txBody>
        </p:sp>
        <p:sp>
          <p:nvSpPr>
            <p:cNvPr id="45068" name="Rectangle 10"/>
            <p:cNvSpPr>
              <a:spLocks noChangeArrowheads="1"/>
            </p:cNvSpPr>
            <p:nvPr/>
          </p:nvSpPr>
          <p:spPr bwMode="auto">
            <a:xfrm>
              <a:off x="1582738" y="2362200"/>
              <a:ext cx="609600" cy="53340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CI</a:t>
              </a:r>
              <a:endParaRPr lang="en-GB" altLang="en-US">
                <a:latin typeface="Times New Roman" panose="02020603050405020304" pitchFamily="18" charset="0"/>
              </a:endParaRPr>
            </a:p>
          </p:txBody>
        </p:sp>
        <p:sp>
          <p:nvSpPr>
            <p:cNvPr id="45069" name="Rectangle 11"/>
            <p:cNvSpPr>
              <a:spLocks noChangeArrowheads="1"/>
            </p:cNvSpPr>
            <p:nvPr/>
          </p:nvSpPr>
          <p:spPr bwMode="auto">
            <a:xfrm>
              <a:off x="2344738" y="2362200"/>
              <a:ext cx="609600" cy="53340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CI</a:t>
              </a:r>
              <a:endParaRPr lang="en-GB" altLang="en-US">
                <a:latin typeface="Times New Roman" panose="02020603050405020304" pitchFamily="18" charset="0"/>
              </a:endParaRPr>
            </a:p>
          </p:txBody>
        </p:sp>
        <p:sp>
          <p:nvSpPr>
            <p:cNvPr id="45070" name="Rectangle 12"/>
            <p:cNvSpPr>
              <a:spLocks noChangeArrowheads="1"/>
            </p:cNvSpPr>
            <p:nvPr/>
          </p:nvSpPr>
          <p:spPr bwMode="auto">
            <a:xfrm>
              <a:off x="1582738" y="3962400"/>
              <a:ext cx="609600" cy="53340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CI</a:t>
              </a:r>
              <a:endParaRPr lang="en-GB" altLang="en-US">
                <a:latin typeface="Times New Roman" panose="02020603050405020304" pitchFamily="18" charset="0"/>
              </a:endParaRPr>
            </a:p>
          </p:txBody>
        </p:sp>
        <p:sp>
          <p:nvSpPr>
            <p:cNvPr id="45071" name="Rectangle 13"/>
            <p:cNvSpPr>
              <a:spLocks noChangeArrowheads="1"/>
            </p:cNvSpPr>
            <p:nvPr/>
          </p:nvSpPr>
          <p:spPr bwMode="auto">
            <a:xfrm>
              <a:off x="2344738" y="3962400"/>
              <a:ext cx="609600" cy="533400"/>
            </a:xfrm>
            <a:prstGeom prst="rect">
              <a:avLst/>
            </a:prstGeom>
            <a:solidFill>
              <a:schemeClr val="folHlink"/>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CI</a:t>
              </a:r>
              <a:endParaRPr lang="en-GB" altLang="en-US">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403350" y="0"/>
            <a:ext cx="7632700" cy="990600"/>
          </a:xfrm>
        </p:spPr>
        <p:txBody>
          <a:bodyPr lIns="92075" tIns="46038" rIns="92075" bIns="46038"/>
          <a:lstStyle/>
          <a:p>
            <a:r>
              <a:rPr lang="en-US" altLang="ja-JP" smtClean="0">
                <a:ea typeface="ＭＳ Ｐゴシック" panose="020B0600070205080204" pitchFamily="34" charset="-128"/>
              </a:rPr>
              <a:t>Categories of CSCI</a:t>
            </a:r>
          </a:p>
        </p:txBody>
      </p:sp>
      <p:sp>
        <p:nvSpPr>
          <p:cNvPr id="46083" name="Rectangle 4"/>
          <p:cNvSpPr>
            <a:spLocks noGrp="1" noChangeArrowheads="1"/>
          </p:cNvSpPr>
          <p:nvPr>
            <p:ph idx="1"/>
          </p:nvPr>
        </p:nvSpPr>
        <p:spPr>
          <a:xfrm>
            <a:off x="215900" y="990600"/>
            <a:ext cx="8820150" cy="5318125"/>
          </a:xfrm>
        </p:spPr>
        <p:txBody>
          <a:bodyPr/>
          <a:lstStyle/>
          <a:p>
            <a:pPr>
              <a:lnSpc>
                <a:spcPct val="90000"/>
              </a:lnSpc>
            </a:pPr>
            <a:r>
              <a:rPr lang="en-US" altLang="ja-JP" b="1" smtClean="0">
                <a:solidFill>
                  <a:srgbClr val="0000FF"/>
                </a:solidFill>
                <a:ea typeface="ＭＳ Ｐゴシック" panose="020B0600070205080204" pitchFamily="34" charset="-128"/>
              </a:rPr>
              <a:t>Project management configuration items</a:t>
            </a:r>
          </a:p>
          <a:p>
            <a:pPr lvl="2">
              <a:lnSpc>
                <a:spcPct val="90000"/>
              </a:lnSpc>
            </a:pPr>
            <a:r>
              <a:rPr lang="en-US" altLang="ja-JP" smtClean="0">
                <a:ea typeface="ＭＳ Ｐゴシック" panose="020B0600070205080204" pitchFamily="34" charset="-128"/>
              </a:rPr>
              <a:t>Proposal, Estimation, WO</a:t>
            </a:r>
          </a:p>
          <a:p>
            <a:pPr lvl="2">
              <a:lnSpc>
                <a:spcPct val="90000"/>
              </a:lnSpc>
            </a:pPr>
            <a:r>
              <a:rPr lang="en-US" altLang="ja-JP" smtClean="0">
                <a:ea typeface="ＭＳ Ｐゴシック" panose="020B0600070205080204" pitchFamily="34" charset="-128"/>
              </a:rPr>
              <a:t>Project plan, Schedule, CM Plan</a:t>
            </a:r>
          </a:p>
          <a:p>
            <a:pPr>
              <a:lnSpc>
                <a:spcPct val="90000"/>
              </a:lnSpc>
            </a:pPr>
            <a:r>
              <a:rPr lang="en-US" altLang="ja-JP" b="1" smtClean="0">
                <a:solidFill>
                  <a:srgbClr val="0000FF"/>
                </a:solidFill>
                <a:ea typeface="ＭＳ Ｐゴシック" panose="020B0600070205080204" pitchFamily="34" charset="-128"/>
              </a:rPr>
              <a:t>Requirements &amp; design configuration items</a:t>
            </a:r>
          </a:p>
          <a:p>
            <a:pPr lvl="2">
              <a:lnSpc>
                <a:spcPct val="90000"/>
              </a:lnSpc>
            </a:pPr>
            <a:r>
              <a:rPr lang="en-US" altLang="ja-JP" smtClean="0">
                <a:ea typeface="ＭＳ Ｐゴシック" panose="020B0600070205080204" pitchFamily="34" charset="-128"/>
              </a:rPr>
              <a:t>URD</a:t>
            </a:r>
          </a:p>
          <a:p>
            <a:pPr lvl="2">
              <a:lnSpc>
                <a:spcPct val="90000"/>
              </a:lnSpc>
            </a:pPr>
            <a:r>
              <a:rPr lang="en-US" altLang="ja-JP" smtClean="0">
                <a:ea typeface="ＭＳ Ｐゴシック" panose="020B0600070205080204" pitchFamily="34" charset="-128"/>
              </a:rPr>
              <a:t>Requirements specifications</a:t>
            </a:r>
          </a:p>
          <a:p>
            <a:pPr lvl="2">
              <a:lnSpc>
                <a:spcPct val="90000"/>
              </a:lnSpc>
            </a:pPr>
            <a:r>
              <a:rPr lang="en-US" altLang="ja-JP" smtClean="0">
                <a:ea typeface="ＭＳ Ｐゴシック" panose="020B0600070205080204" pitchFamily="34" charset="-128"/>
              </a:rPr>
              <a:t>Design documents: High level design/ADD, Detailed design</a:t>
            </a:r>
          </a:p>
          <a:p>
            <a:pPr lvl="2">
              <a:lnSpc>
                <a:spcPct val="90000"/>
              </a:lnSpc>
            </a:pPr>
            <a:r>
              <a:rPr lang="en-US" altLang="ja-JP" smtClean="0">
                <a:ea typeface="ＭＳ Ｐゴシック" panose="020B0600070205080204" pitchFamily="34" charset="-128"/>
              </a:rPr>
              <a:t>Use case model files</a:t>
            </a:r>
          </a:p>
          <a:p>
            <a:pPr lvl="2">
              <a:lnSpc>
                <a:spcPct val="90000"/>
              </a:lnSpc>
            </a:pPr>
            <a:r>
              <a:rPr lang="en-US" altLang="ja-JP" smtClean="0">
                <a:ea typeface="ＭＳ Ｐゴシック" panose="020B0600070205080204" pitchFamily="34" charset="-128"/>
              </a:rPr>
              <a:t>Prototype</a:t>
            </a:r>
          </a:p>
          <a:p>
            <a:pPr lvl="2">
              <a:lnSpc>
                <a:spcPct val="90000"/>
              </a:lnSpc>
            </a:pPr>
            <a:r>
              <a:rPr lang="en-US" altLang="ja-JP" smtClean="0">
                <a:ea typeface="ＭＳ Ｐゴシック" panose="020B0600070205080204" pitchFamily="34" charset="-128"/>
              </a:rPr>
              <a:t>Coding Convention</a:t>
            </a:r>
          </a:p>
          <a:p>
            <a:pPr>
              <a:lnSpc>
                <a:spcPct val="90000"/>
              </a:lnSpc>
            </a:pPr>
            <a:r>
              <a:rPr lang="en-US" altLang="ja-JP" b="1" smtClean="0">
                <a:solidFill>
                  <a:srgbClr val="0000FF"/>
                </a:solidFill>
                <a:ea typeface="ＭＳ Ｐゴシック" panose="020B0600070205080204" pitchFamily="34" charset="-128"/>
              </a:rPr>
              <a:t>Build configuration items</a:t>
            </a:r>
          </a:p>
          <a:p>
            <a:pPr lvl="2">
              <a:lnSpc>
                <a:spcPct val="90000"/>
              </a:lnSpc>
            </a:pPr>
            <a:r>
              <a:rPr lang="en-US" altLang="ja-JP" smtClean="0">
                <a:ea typeface="ＭＳ Ｐゴシック" panose="020B0600070205080204" pitchFamily="34" charset="-128"/>
              </a:rPr>
              <a:t>Source code</a:t>
            </a:r>
          </a:p>
          <a:p>
            <a:pPr lvl="2">
              <a:lnSpc>
                <a:spcPct val="90000"/>
              </a:lnSpc>
            </a:pPr>
            <a:r>
              <a:rPr lang="en-US" altLang="ja-JP" smtClean="0">
                <a:ea typeface="ＭＳ Ｐゴシック" panose="020B0600070205080204" pitchFamily="34" charset="-128"/>
              </a:rPr>
              <a:t>Test documents: TP, TC, Test Report</a:t>
            </a:r>
          </a:p>
          <a:p>
            <a:pPr lvl="2">
              <a:lnSpc>
                <a:spcPct val="90000"/>
              </a:lnSpc>
            </a:pPr>
            <a:r>
              <a:rPr lang="en-US" altLang="ja-JP" smtClean="0">
                <a:ea typeface="ＭＳ Ｐゴシック" panose="020B0600070205080204" pitchFamily="34" charset="-128"/>
              </a:rPr>
              <a:t>Other technical docs: Installation guide, Release Note, User manual, System description, …</a:t>
            </a:r>
          </a:p>
        </p:txBody>
      </p:sp>
      <p:sp>
        <p:nvSpPr>
          <p:cNvPr id="4608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674616C5-5C0C-4DCB-B759-32599BE449DB}" type="slidenum">
              <a:rPr lang="ja-JP" altLang="en-US" sz="1000" smtClean="0"/>
              <a:pPr>
                <a:spcBef>
                  <a:spcPct val="0"/>
                </a:spcBef>
                <a:buClrTx/>
                <a:buSzTx/>
                <a:buFontTx/>
                <a:buNone/>
              </a:pPr>
              <a:t>18</a:t>
            </a:fld>
            <a:endParaRPr lang="en-US" altLang="ja-JP" sz="1000" smtClean="0"/>
          </a:p>
        </p:txBody>
      </p:sp>
    </p:spTree>
  </p:cSld>
  <p:clrMapOvr>
    <a:masterClrMapping/>
  </p:clrMapOvr>
  <p:transition>
    <p:cu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5"/>
          <p:cNvSpPr>
            <a:spLocks noGrp="1"/>
          </p:cNvSpPr>
          <p:nvPr>
            <p:ph type="ctrTitle"/>
          </p:nvPr>
        </p:nvSpPr>
        <p:spPr/>
        <p:txBody>
          <a:bodyPr/>
          <a:lstStyle/>
          <a:p>
            <a:r>
              <a:rPr lang="en-US" altLang="en-US" smtClean="0"/>
              <a:t>CM PROCESS</a:t>
            </a:r>
          </a:p>
        </p:txBody>
      </p:sp>
      <p:sp>
        <p:nvSpPr>
          <p:cNvPr id="48131" name="Subtitle 6"/>
          <p:cNvSpPr>
            <a:spLocks noGrp="1"/>
          </p:cNvSpPr>
          <p:nvPr>
            <p:ph type="subTitle" idx="1"/>
          </p:nvPr>
        </p:nvSpPr>
        <p:spPr/>
        <p:txBody>
          <a:bodyPr/>
          <a:lstStyle/>
          <a:p>
            <a:endParaRPr lang="en-US" altLang="en-US"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403350" y="0"/>
            <a:ext cx="7632700" cy="990600"/>
          </a:xfrm>
        </p:spPr>
        <p:txBody>
          <a:bodyPr/>
          <a:lstStyle/>
          <a:p>
            <a:r>
              <a:rPr lang="en-US" altLang="en-US" smtClean="0"/>
              <a:t>CM Process</a:t>
            </a:r>
          </a:p>
        </p:txBody>
      </p:sp>
      <p:sp>
        <p:nvSpPr>
          <p:cNvPr id="3" name="Content Placeholder 2"/>
          <p:cNvSpPr>
            <a:spLocks noGrp="1"/>
          </p:cNvSpPr>
          <p:nvPr>
            <p:ph idx="1"/>
          </p:nvPr>
        </p:nvSpPr>
        <p:spPr>
          <a:xfrm>
            <a:off x="1235075" y="1160463"/>
            <a:ext cx="7800975" cy="1728787"/>
          </a:xfrm>
        </p:spPr>
        <p:txBody>
          <a:bodyPr/>
          <a:lstStyle/>
          <a:p>
            <a:r>
              <a:rPr lang="en-US" altLang="en-US" b="1" smtClean="0"/>
              <a:t>Planning: </a:t>
            </a:r>
          </a:p>
          <a:p>
            <a:pPr lvl="1" algn="just"/>
            <a:r>
              <a:rPr lang="en-US" altLang="en-US" sz="1800" b="1" smtClean="0"/>
              <a:t>Identification of Items </a:t>
            </a:r>
            <a:r>
              <a:rPr lang="en-US" altLang="en-US" sz="1800" smtClean="0"/>
              <a:t>to be put under configuration management.</a:t>
            </a:r>
          </a:p>
          <a:p>
            <a:pPr lvl="1" algn="just"/>
            <a:r>
              <a:rPr lang="en-US" altLang="en-US" sz="1800" b="1" smtClean="0"/>
              <a:t>Defining locations to store</a:t>
            </a:r>
            <a:r>
              <a:rPr lang="en-US" altLang="en-US" sz="1800" smtClean="0"/>
              <a:t> them.</a:t>
            </a:r>
          </a:p>
          <a:p>
            <a:pPr lvl="1" algn="just"/>
            <a:r>
              <a:rPr lang="en-US" altLang="en-US" sz="1800" b="1" smtClean="0"/>
              <a:t>Access rights</a:t>
            </a:r>
            <a:r>
              <a:rPr lang="en-US" altLang="en-US" sz="1800" smtClean="0"/>
              <a:t> (quyền access).</a:t>
            </a:r>
          </a:p>
          <a:p>
            <a:pPr lvl="1" algn="just"/>
            <a:r>
              <a:rPr lang="en-US" altLang="en-US" sz="1800" smtClean="0"/>
              <a:t>Procedures for </a:t>
            </a:r>
            <a:r>
              <a:rPr lang="en-US" altLang="en-US" sz="1800" b="1" smtClean="0"/>
              <a:t>change control </a:t>
            </a:r>
            <a:r>
              <a:rPr lang="en-US" altLang="en-US" sz="1800" smtClean="0"/>
              <a:t>and </a:t>
            </a:r>
            <a:r>
              <a:rPr lang="en-US" altLang="en-US" sz="1800" b="1" smtClean="0"/>
              <a:t>baseline</a:t>
            </a:r>
            <a:r>
              <a:rPr lang="en-US" altLang="en-US" sz="1800" smtClean="0"/>
              <a:t>.</a:t>
            </a:r>
            <a:endParaRPr lang="en-US" altLang="en-US" smtClean="0"/>
          </a:p>
          <a:p>
            <a:endParaRPr lang="en-US" altLang="en-US" smtClean="0"/>
          </a:p>
        </p:txBody>
      </p:sp>
      <p:sp>
        <p:nvSpPr>
          <p:cNvPr id="4915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36A6A239-4C96-48CE-B08D-1450AD73C8E6}" type="slidenum">
              <a:rPr lang="ja-JP" altLang="en-US" sz="1000" smtClean="0"/>
              <a:pPr>
                <a:spcBef>
                  <a:spcPct val="0"/>
                </a:spcBef>
                <a:buClrTx/>
                <a:buSzTx/>
                <a:buFontTx/>
                <a:buNone/>
              </a:pPr>
              <a:t>20</a:t>
            </a:fld>
            <a:endParaRPr lang="en-US" altLang="ja-JP" sz="1000" smtClean="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rcRect b="7367"/>
          <a:stretch>
            <a:fillRect/>
          </a:stretch>
        </p:blipFill>
        <p:spPr bwMode="auto">
          <a:xfrm>
            <a:off x="107950" y="1160463"/>
            <a:ext cx="1127125"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8" name="Picture 4" descr="https://upload.wikimedia.org/wikipedia/commons/thumb/2/2c/4-cube_horribly_scrambled.png/380px-4-cube_horribly_scramble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963863"/>
            <a:ext cx="103822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txBox="1">
            <a:spLocks/>
          </p:cNvSpPr>
          <p:nvPr/>
        </p:nvSpPr>
        <p:spPr bwMode="auto">
          <a:xfrm>
            <a:off x="1214438" y="2963863"/>
            <a:ext cx="7800975"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defRPr/>
            </a:pPr>
            <a:r>
              <a:rPr lang="en-US" b="1" kern="0" smtClean="0"/>
              <a:t>Performing Control:</a:t>
            </a:r>
          </a:p>
          <a:p>
            <a:pPr lvl="1">
              <a:defRPr/>
            </a:pPr>
            <a:r>
              <a:rPr lang="en-US" sz="1800" kern="0" smtClean="0"/>
              <a:t>Maintaining </a:t>
            </a:r>
            <a:r>
              <a:rPr lang="en-US" sz="1800" b="1" kern="0" smtClean="0"/>
              <a:t>CI versions</a:t>
            </a:r>
            <a:r>
              <a:rPr lang="en-US" sz="1800" kern="0" smtClean="0"/>
              <a:t>.</a:t>
            </a:r>
          </a:p>
          <a:p>
            <a:pPr lvl="1">
              <a:defRPr/>
            </a:pPr>
            <a:r>
              <a:rPr lang="en-US" sz="1800" b="1" kern="0" smtClean="0"/>
              <a:t>Storing CIs </a:t>
            </a:r>
            <a:r>
              <a:rPr lang="en-US" sz="1800" kern="0" smtClean="0"/>
              <a:t>in proper (quy định) locations.</a:t>
            </a:r>
          </a:p>
          <a:p>
            <a:pPr lvl="1">
              <a:defRPr/>
            </a:pPr>
            <a:r>
              <a:rPr lang="en-US" sz="1800" kern="0" smtClean="0"/>
              <a:t>Making changes properly, releasing products.</a:t>
            </a:r>
            <a:endParaRPr lang="en-US" sz="2000" kern="0"/>
          </a:p>
        </p:txBody>
      </p:sp>
      <p:pic>
        <p:nvPicPr>
          <p:cNvPr id="88070" name="Picture 6" descr="http://bluebell-web-solutions.com/wp-content/uploads/2016/01/Social-Media-Monitoring.jp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3" y="4502150"/>
            <a:ext cx="12525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1173163" y="4508500"/>
            <a:ext cx="7800975"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defRPr/>
            </a:pPr>
            <a:r>
              <a:rPr lang="en-US" b="1" kern="0" smtClean="0"/>
              <a:t>Mornitoring and Auditing:</a:t>
            </a:r>
          </a:p>
          <a:p>
            <a:pPr lvl="1">
              <a:defRPr/>
            </a:pPr>
            <a:r>
              <a:rPr lang="en-US" sz="1800" b="1" kern="0" smtClean="0"/>
              <a:t>Tracking status </a:t>
            </a:r>
            <a:r>
              <a:rPr lang="en-US" sz="1800" kern="0" smtClean="0"/>
              <a:t>of changes and auditing baselines.</a:t>
            </a:r>
            <a:endParaRPr lang="en-US" sz="1800" kern="0"/>
          </a:p>
        </p:txBody>
      </p:sp>
      <p:sp>
        <p:nvSpPr>
          <p:cNvPr id="12" name="Content Placeholder 2"/>
          <p:cNvSpPr txBox="1">
            <a:spLocks/>
          </p:cNvSpPr>
          <p:nvPr/>
        </p:nvSpPr>
        <p:spPr bwMode="auto">
          <a:xfrm>
            <a:off x="1190625" y="5289550"/>
            <a:ext cx="780097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a:defRPr/>
            </a:pPr>
            <a:r>
              <a:rPr lang="en-US" b="1" kern="0" smtClean="0"/>
              <a:t>Closing: </a:t>
            </a:r>
          </a:p>
          <a:p>
            <a:pPr lvl="1" algn="just">
              <a:defRPr/>
            </a:pPr>
            <a:r>
              <a:rPr lang="en-US" sz="1800" kern="0" smtClean="0"/>
              <a:t>Archiving project folders and clearing project information then finishing all closing procedures related to ISMS.</a:t>
            </a:r>
            <a:endParaRPr lang="en-US" sz="2000" kern="0"/>
          </a:p>
        </p:txBody>
      </p:sp>
      <p:pic>
        <p:nvPicPr>
          <p:cNvPr id="88072" name="Picture 8" descr="https://encrypted-tbn3.gstatic.com/images?q=tbn:ANd9GcQ0bGDgWoCtl-dZ_WpwadZ9vadWpReqHgu0i72bUFD5zDBuB9zKQw"/>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0513" y="5408613"/>
            <a:ext cx="100488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806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807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8807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smtClean="0"/>
              <a:t>Project Directory</a:t>
            </a:r>
          </a:p>
        </p:txBody>
      </p:sp>
      <p:sp>
        <p:nvSpPr>
          <p:cNvPr id="3" name="Content Placeholder 2"/>
          <p:cNvSpPr>
            <a:spLocks noGrp="1"/>
          </p:cNvSpPr>
          <p:nvPr>
            <p:ph idx="1"/>
          </p:nvPr>
        </p:nvSpPr>
        <p:spPr>
          <a:xfrm>
            <a:off x="1562100" y="1673225"/>
            <a:ext cx="3508375" cy="1079500"/>
          </a:xfrm>
        </p:spPr>
        <p:txBody>
          <a:bodyPr/>
          <a:lstStyle/>
          <a:p>
            <a:pPr marL="400050" lvl="1" indent="0" algn="r">
              <a:buFontTx/>
              <a:buNone/>
              <a:defRPr/>
            </a:pPr>
            <a:r>
              <a:rPr lang="en-US" sz="1400">
                <a:solidFill>
                  <a:schemeClr val="accent6"/>
                </a:solidFill>
              </a:rPr>
              <a:t>&lt;Store Cis at project baseline point&gt; </a:t>
            </a:r>
          </a:p>
          <a:p>
            <a:pPr marL="400050" lvl="1" indent="0" algn="r">
              <a:buFontTx/>
              <a:buNone/>
              <a:defRPr/>
            </a:pPr>
            <a:r>
              <a:rPr lang="en-US" sz="1400">
                <a:solidFill>
                  <a:schemeClr val="accent6"/>
                </a:solidFill>
              </a:rPr>
              <a:t>		&lt;BaseLine Names&gt;</a:t>
            </a:r>
          </a:p>
          <a:p>
            <a:pPr marL="400050" lvl="1" indent="0" algn="r">
              <a:buFontTx/>
              <a:buNone/>
              <a:defRPr/>
            </a:pPr>
            <a:r>
              <a:rPr lang="en-US" sz="1400">
                <a:solidFill>
                  <a:schemeClr val="accent6"/>
                </a:solidFill>
              </a:rPr>
              <a:t>		 </a:t>
            </a:r>
            <a:r>
              <a:rPr lang="en-US" sz="1400" smtClean="0">
                <a:solidFill>
                  <a:schemeClr val="accent6"/>
                </a:solidFill>
              </a:rPr>
              <a:t>&lt;</a:t>
            </a:r>
            <a:r>
              <a:rPr lang="en-US" sz="1400">
                <a:solidFill>
                  <a:schemeClr val="accent6"/>
                </a:solidFill>
              </a:rPr>
              <a:t>CSCI name&gt;</a:t>
            </a:r>
          </a:p>
          <a:p>
            <a:pPr marL="400050" lvl="1" indent="0" algn="r">
              <a:buFontTx/>
              <a:buNone/>
              <a:defRPr/>
            </a:pPr>
            <a:r>
              <a:rPr lang="en-US" sz="1400">
                <a:solidFill>
                  <a:schemeClr val="accent6"/>
                </a:solidFill>
              </a:rPr>
              <a:t>                                    Baseline report </a:t>
            </a:r>
          </a:p>
        </p:txBody>
      </p:sp>
      <p:sp>
        <p:nvSpPr>
          <p:cNvPr id="5018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9450964E-A8E7-4FB3-AC8E-E6B17AADEA93}" type="slidenum">
              <a:rPr lang="ja-JP" altLang="en-US" sz="1000" smtClean="0"/>
              <a:pPr>
                <a:spcBef>
                  <a:spcPct val="0"/>
                </a:spcBef>
                <a:buClrTx/>
                <a:buSzTx/>
                <a:buFontTx/>
                <a:buNone/>
              </a:pPr>
              <a:t>21</a:t>
            </a:fld>
            <a:endParaRPr lang="en-US" altLang="ja-JP" sz="1000" smtClean="0"/>
          </a:p>
        </p:txBody>
      </p:sp>
      <p:pic>
        <p:nvPicPr>
          <p:cNvPr id="50181" name="Picture 5"/>
          <p:cNvPicPr>
            <a:picLocks noChangeAspect="1"/>
          </p:cNvPicPr>
          <p:nvPr/>
        </p:nvPicPr>
        <p:blipFill>
          <a:blip r:embed="rId4">
            <a:extLst>
              <a:ext uri="{28A0092B-C50C-407E-A947-70E740481C1C}">
                <a14:useLocalDpi xmlns:a14="http://schemas.microsoft.com/office/drawing/2010/main" val="0"/>
              </a:ext>
            </a:extLst>
          </a:blip>
          <a:srcRect l="5559"/>
          <a:stretch>
            <a:fillRect/>
          </a:stretch>
        </p:blipFill>
        <p:spPr bwMode="auto">
          <a:xfrm>
            <a:off x="250825" y="1646238"/>
            <a:ext cx="12954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p:cNvSpPr txBox="1">
            <a:spLocks/>
          </p:cNvSpPr>
          <p:nvPr/>
        </p:nvSpPr>
        <p:spPr bwMode="auto">
          <a:xfrm>
            <a:off x="250825" y="1233488"/>
            <a:ext cx="86772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0" indent="0">
              <a:buFontTx/>
              <a:buNone/>
              <a:defRPr/>
            </a:pPr>
            <a:r>
              <a:rPr lang="en-US" sz="1800" b="1" kern="0"/>
              <a:t>&lt;&lt;Domain Name&gt;/&lt;Project Name&gt;</a:t>
            </a:r>
          </a:p>
        </p:txBody>
      </p:sp>
      <p:pic>
        <p:nvPicPr>
          <p:cNvPr id="50183" name="Picture 9"/>
          <p:cNvPicPr>
            <a:picLocks noChangeAspect="1"/>
          </p:cNvPicPr>
          <p:nvPr/>
        </p:nvPicPr>
        <p:blipFill>
          <a:blip r:embed="rId5">
            <a:extLst>
              <a:ext uri="{28A0092B-C50C-407E-A947-70E740481C1C}">
                <a14:useLocalDpi xmlns:a14="http://schemas.microsoft.com/office/drawing/2010/main" val="0"/>
              </a:ext>
            </a:extLst>
          </a:blip>
          <a:srcRect l="4388"/>
          <a:stretch>
            <a:fillRect/>
          </a:stretch>
        </p:blipFill>
        <p:spPr bwMode="auto">
          <a:xfrm>
            <a:off x="250825" y="2744788"/>
            <a:ext cx="11668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bwMode="auto">
          <a:xfrm>
            <a:off x="1562100" y="2752725"/>
            <a:ext cx="35083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lang="en-AU" altLang="en-US" sz="1400">
                <a:solidFill>
                  <a:schemeClr val="accent6"/>
                </a:solidFill>
              </a:rPr>
              <a:t> &lt;Store review records by QA&gt;</a:t>
            </a:r>
            <a:endParaRPr lang="en-US" sz="1400" kern="0">
              <a:solidFill>
                <a:schemeClr val="accent6"/>
              </a:solidFill>
            </a:endParaRPr>
          </a:p>
        </p:txBody>
      </p:sp>
      <p:pic>
        <p:nvPicPr>
          <p:cNvPr id="50185" name="Picture 11"/>
          <p:cNvPicPr>
            <a:picLocks noChangeAspect="1"/>
          </p:cNvPicPr>
          <p:nvPr/>
        </p:nvPicPr>
        <p:blipFill>
          <a:blip r:embed="rId6">
            <a:extLst>
              <a:ext uri="{28A0092B-C50C-407E-A947-70E740481C1C}">
                <a14:useLocalDpi xmlns:a14="http://schemas.microsoft.com/office/drawing/2010/main" val="0"/>
              </a:ext>
            </a:extLst>
          </a:blip>
          <a:srcRect l="7433"/>
          <a:stretch>
            <a:fillRect/>
          </a:stretch>
        </p:blipFill>
        <p:spPr bwMode="auto">
          <a:xfrm>
            <a:off x="250825" y="3205163"/>
            <a:ext cx="11525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txBox="1">
            <a:spLocks/>
          </p:cNvSpPr>
          <p:nvPr/>
        </p:nvSpPr>
        <p:spPr bwMode="auto">
          <a:xfrm>
            <a:off x="1546225" y="3178175"/>
            <a:ext cx="3508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lang="en-US" altLang="en-US" sz="1400">
                <a:solidFill>
                  <a:schemeClr val="accent6"/>
                </a:solidFill>
              </a:rPr>
              <a:t>&lt;Store the last version of doc CIs&gt;</a:t>
            </a:r>
          </a:p>
          <a:p>
            <a:pPr marL="400050" lvl="1" indent="0" algn="r">
              <a:buFontTx/>
              <a:buNone/>
              <a:defRPr/>
            </a:pPr>
            <a:r>
              <a:rPr lang="en-US" altLang="en-US" sz="1400">
                <a:solidFill>
                  <a:schemeClr val="accent6"/>
                </a:solidFill>
              </a:rPr>
              <a:t>                       &lt;CSCI name&gt;</a:t>
            </a:r>
            <a:endParaRPr lang="en-US" sz="1400" kern="0">
              <a:solidFill>
                <a:schemeClr val="accent6"/>
              </a:solidFill>
            </a:endParaRPr>
          </a:p>
        </p:txBody>
      </p:sp>
      <p:pic>
        <p:nvPicPr>
          <p:cNvPr id="50187" name="Picture 13"/>
          <p:cNvPicPr>
            <a:picLocks noChangeAspect="1"/>
          </p:cNvPicPr>
          <p:nvPr/>
        </p:nvPicPr>
        <p:blipFill>
          <a:blip r:embed="rId7">
            <a:extLst>
              <a:ext uri="{28A0092B-C50C-407E-A947-70E740481C1C}">
                <a14:useLocalDpi xmlns:a14="http://schemas.microsoft.com/office/drawing/2010/main" val="0"/>
              </a:ext>
            </a:extLst>
          </a:blip>
          <a:srcRect l="2885"/>
          <a:stretch>
            <a:fillRect/>
          </a:stretch>
        </p:blipFill>
        <p:spPr bwMode="auto">
          <a:xfrm>
            <a:off x="250825" y="3824288"/>
            <a:ext cx="1247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2"/>
          <p:cNvSpPr txBox="1">
            <a:spLocks/>
          </p:cNvSpPr>
          <p:nvPr/>
        </p:nvSpPr>
        <p:spPr bwMode="auto">
          <a:xfrm>
            <a:off x="1546225" y="3851275"/>
            <a:ext cx="3508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lang="en-US" altLang="en-US" sz="1400">
                <a:solidFill>
                  <a:schemeClr val="accent6"/>
                </a:solidFill>
              </a:rPr>
              <a:t>&lt;Store the previous version of doc CIs&gt; (Optional)</a:t>
            </a:r>
          </a:p>
        </p:txBody>
      </p:sp>
      <p:pic>
        <p:nvPicPr>
          <p:cNvPr id="50189" name="Picture 15"/>
          <p:cNvPicPr>
            <a:picLocks noChangeAspect="1"/>
          </p:cNvPicPr>
          <p:nvPr/>
        </p:nvPicPr>
        <p:blipFill>
          <a:blip r:embed="rId8">
            <a:extLst>
              <a:ext uri="{28A0092B-C50C-407E-A947-70E740481C1C}">
                <a14:useLocalDpi xmlns:a14="http://schemas.microsoft.com/office/drawing/2010/main" val="0"/>
              </a:ext>
            </a:extLst>
          </a:blip>
          <a:srcRect l="2608"/>
          <a:stretch>
            <a:fillRect/>
          </a:stretch>
        </p:blipFill>
        <p:spPr bwMode="auto">
          <a:xfrm>
            <a:off x="250825" y="4587875"/>
            <a:ext cx="13462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0" name="Content Placeholder 2"/>
          <p:cNvSpPr txBox="1">
            <a:spLocks/>
          </p:cNvSpPr>
          <p:nvPr/>
        </p:nvSpPr>
        <p:spPr bwMode="auto">
          <a:xfrm>
            <a:off x="1546225" y="4587875"/>
            <a:ext cx="35083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C0128"/>
              </a:buClr>
              <a:buSzPct val="100000"/>
              <a:buBlip>
                <a:blip r:embed="rId2"/>
              </a:buBlip>
              <a:defRPr sz="2400">
                <a:solidFill>
                  <a:schemeClr val="tx1"/>
                </a:solidFill>
                <a:latin typeface="Tahoma" panose="020B0604030504040204" pitchFamily="34" charset="0"/>
              </a:defRPr>
            </a:lvl1pPr>
            <a:lvl2pPr marL="4000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lvl="1" algn="r">
              <a:buFontTx/>
              <a:buNone/>
            </a:pPr>
            <a:r>
              <a:rPr lang="en-US" altLang="en-US" sz="1400">
                <a:latin typeface="Candara" panose="020E0502030303020204" pitchFamily="34" charset="0"/>
              </a:rPr>
              <a:t>CustomerSupplied</a:t>
            </a:r>
          </a:p>
          <a:p>
            <a:pPr lvl="1" algn="r">
              <a:buFontTx/>
              <a:buNone/>
            </a:pPr>
            <a:r>
              <a:rPr lang="en-US" altLang="en-US" sz="1400">
                <a:latin typeface="Candara" panose="020E0502030303020204" pitchFamily="34" charset="0"/>
              </a:rPr>
              <a:t>		ProcessTemplate</a:t>
            </a:r>
          </a:p>
        </p:txBody>
      </p:sp>
      <p:pic>
        <p:nvPicPr>
          <p:cNvPr id="50191" name="Picture 17"/>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97475" y="1673225"/>
            <a:ext cx="153987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Content Placeholder 2"/>
          <p:cNvSpPr txBox="1">
            <a:spLocks/>
          </p:cNvSpPr>
          <p:nvPr/>
        </p:nvSpPr>
        <p:spPr bwMode="auto">
          <a:xfrm>
            <a:off x="6737350" y="1792288"/>
            <a:ext cx="233521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FC0128"/>
              </a:buClr>
              <a:buSzPct val="100000"/>
              <a:buBlip>
                <a:blip r:embed="rId2"/>
              </a:buBlip>
              <a:defRPr sz="2400">
                <a:solidFill>
                  <a:schemeClr val="tx1"/>
                </a:solidFill>
                <a:latin typeface="Candara" panose="020E0502030303020204" pitchFamily="34" charset="0"/>
                <a:ea typeface="+mn-ea"/>
                <a:cs typeface="+mn-cs"/>
              </a:defRPr>
            </a:lvl1pPr>
            <a:lvl2pPr marL="742950" indent="-285750" algn="l" rtl="0" eaLnBrk="0" fontAlgn="base" hangingPunct="0">
              <a:spcBef>
                <a:spcPct val="20000"/>
              </a:spcBef>
              <a:spcAft>
                <a:spcPct val="0"/>
              </a:spcAft>
              <a:buClr>
                <a:srgbClr val="6338AD"/>
              </a:buClr>
              <a:buSzPct val="75000"/>
              <a:buBlip>
                <a:blip r:embed="rId3"/>
              </a:buBlip>
              <a:defRPr sz="2200">
                <a:solidFill>
                  <a:schemeClr val="tx1"/>
                </a:solidFill>
                <a:latin typeface="Candara" panose="020E0502030303020204" pitchFamily="34" charset="0"/>
              </a:defRPr>
            </a:lvl2pPr>
            <a:lvl3pPr marL="1143000" indent="-228600" algn="l" rtl="0" eaLnBrk="0" fontAlgn="base" hangingPunct="0">
              <a:spcBef>
                <a:spcPct val="20000"/>
              </a:spcBef>
              <a:spcAft>
                <a:spcPct val="0"/>
              </a:spcAft>
              <a:buChar char="•"/>
              <a:defRPr sz="2000">
                <a:solidFill>
                  <a:schemeClr val="tx1"/>
                </a:solidFill>
                <a:latin typeface="Candara" panose="020E0502030303020204" pitchFamily="34" charset="0"/>
              </a:defRPr>
            </a:lvl3pPr>
            <a:lvl4pPr marL="1600200" indent="-228600" algn="l" rtl="0" eaLnBrk="0" fontAlgn="base" hangingPunct="0">
              <a:spcBef>
                <a:spcPct val="20000"/>
              </a:spcBef>
              <a:spcAft>
                <a:spcPct val="0"/>
              </a:spcAft>
              <a:buChar char="–"/>
              <a:defRPr>
                <a:solidFill>
                  <a:schemeClr val="tx1"/>
                </a:solidFill>
                <a:latin typeface="Candara" panose="020E0502030303020204" pitchFamily="34" charset="0"/>
              </a:defRPr>
            </a:lvl4pPr>
            <a:lvl5pPr marL="2057400" indent="-228600" algn="l" rtl="0" eaLnBrk="0" fontAlgn="base" hangingPunct="0">
              <a:spcBef>
                <a:spcPct val="20000"/>
              </a:spcBef>
              <a:spcAft>
                <a:spcPct val="0"/>
              </a:spcAft>
              <a:buChar char="»"/>
              <a:defRPr sz="1600">
                <a:solidFill>
                  <a:schemeClr val="tx1"/>
                </a:solidFill>
                <a:latin typeface="Candara" panose="020E0502030303020204" pitchFamily="34" charset="0"/>
              </a:defRPr>
            </a:lvl5pPr>
            <a:lvl6pPr marL="2514600" indent="-228600" algn="l" rtl="0" eaLnBrk="0" fontAlgn="base" hangingPunct="0">
              <a:spcBef>
                <a:spcPct val="20000"/>
              </a:spcBef>
              <a:spcAft>
                <a:spcPct val="0"/>
              </a:spcAft>
              <a:buChar char="»"/>
              <a:defRPr sz="1600">
                <a:solidFill>
                  <a:schemeClr val="tx1"/>
                </a:solidFill>
                <a:latin typeface="+mn-lt"/>
              </a:defRPr>
            </a:lvl6pPr>
            <a:lvl7pPr marL="2971800" indent="-228600" algn="l" rtl="0" eaLnBrk="0" fontAlgn="base" hangingPunct="0">
              <a:spcBef>
                <a:spcPct val="20000"/>
              </a:spcBef>
              <a:spcAft>
                <a:spcPct val="0"/>
              </a:spcAft>
              <a:buChar char="»"/>
              <a:defRPr sz="1600">
                <a:solidFill>
                  <a:schemeClr val="tx1"/>
                </a:solidFill>
                <a:latin typeface="+mn-lt"/>
              </a:defRPr>
            </a:lvl7pPr>
            <a:lvl8pPr marL="3429000" indent="-228600" algn="l" rtl="0" eaLnBrk="0" fontAlgn="base" hangingPunct="0">
              <a:spcBef>
                <a:spcPct val="20000"/>
              </a:spcBef>
              <a:spcAft>
                <a:spcPct val="0"/>
              </a:spcAft>
              <a:buChar char="»"/>
              <a:defRPr sz="1600">
                <a:solidFill>
                  <a:schemeClr val="tx1"/>
                </a:solidFill>
                <a:latin typeface="+mn-lt"/>
              </a:defRPr>
            </a:lvl8pPr>
            <a:lvl9pPr marL="3886200" indent="-228600" algn="l" rtl="0" eaLnBrk="0" fontAlgn="base" hangingPunct="0">
              <a:spcBef>
                <a:spcPct val="20000"/>
              </a:spcBef>
              <a:spcAft>
                <a:spcPct val="0"/>
              </a:spcAft>
              <a:buChar char="»"/>
              <a:defRPr sz="1600">
                <a:solidFill>
                  <a:schemeClr val="tx1"/>
                </a:solidFill>
                <a:latin typeface="+mn-lt"/>
              </a:defRPr>
            </a:lvl9pPr>
          </a:lstStyle>
          <a:p>
            <a:pPr marL="400050" lvl="1" indent="0" algn="r">
              <a:buFontTx/>
              <a:buNone/>
              <a:defRPr/>
            </a:pPr>
            <a:r>
              <a:rPr lang="en-US" altLang="en-US" sz="1400">
                <a:solidFill>
                  <a:schemeClr val="accent6"/>
                </a:solidFill>
              </a:rPr>
              <a:t>&lt;Store all CIs delivered to customer&gt;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z="3000" smtClean="0"/>
              <a:t>Naming convention</a:t>
            </a:r>
            <a:br>
              <a:rPr lang="en-US" altLang="en-US" sz="3000" smtClean="0"/>
            </a:br>
            <a:r>
              <a:rPr lang="en-US" altLang="en-US" sz="3000" smtClean="0"/>
              <a:t>Version control for documents</a:t>
            </a:r>
            <a:endParaRPr lang="vi-VN" altLang="en-US" sz="3000" smtClean="0"/>
          </a:p>
        </p:txBody>
      </p:sp>
      <p:sp>
        <p:nvSpPr>
          <p:cNvPr id="2" name="Content Placeholder 1"/>
          <p:cNvSpPr>
            <a:spLocks noGrp="1"/>
          </p:cNvSpPr>
          <p:nvPr>
            <p:ph idx="1"/>
          </p:nvPr>
        </p:nvSpPr>
        <p:spPr>
          <a:xfrm>
            <a:off x="268288" y="1089025"/>
            <a:ext cx="8659812" cy="5148263"/>
          </a:xfrm>
        </p:spPr>
        <p:txBody>
          <a:bodyPr/>
          <a:lstStyle/>
          <a:p>
            <a:pPr>
              <a:spcBef>
                <a:spcPts val="600"/>
              </a:spcBef>
              <a:defRPr/>
            </a:pPr>
            <a:r>
              <a:rPr lang="en-US" altLang="ja-JP" smtClean="0">
                <a:ea typeface="ＭＳ Ｐゴシック" pitchFamily="50" charset="-128"/>
              </a:rPr>
              <a:t>Naming convention: </a:t>
            </a:r>
          </a:p>
          <a:p>
            <a:pPr lvl="1">
              <a:spcBef>
                <a:spcPts val="600"/>
              </a:spcBef>
              <a:defRPr/>
            </a:pPr>
            <a:r>
              <a:rPr lang="en-US" altLang="ja-JP" smtClean="0">
                <a:ea typeface="ＭＳ Ｐゴシック" pitchFamily="50" charset="-128"/>
              </a:rPr>
              <a:t>Document CIs are assigned unique identifiers that identify Project Code.</a:t>
            </a:r>
          </a:p>
          <a:p>
            <a:pPr lvl="1">
              <a:spcBef>
                <a:spcPts val="600"/>
              </a:spcBef>
              <a:defRPr/>
            </a:pPr>
            <a:r>
              <a:rPr lang="en-US" altLang="ja-JP" smtClean="0">
                <a:ea typeface="ＭＳ Ｐゴシック" pitchFamily="50" charset="-128"/>
              </a:rPr>
              <a:t>CI name along with the current version number.</a:t>
            </a:r>
          </a:p>
          <a:p>
            <a:pPr lvl="1">
              <a:spcBef>
                <a:spcPts val="600"/>
              </a:spcBef>
              <a:defRPr/>
            </a:pPr>
            <a:r>
              <a:rPr lang="en-US" altLang="ja-JP" smtClean="0">
                <a:ea typeface="ＭＳ Ｐゴシック" pitchFamily="50" charset="-128"/>
              </a:rPr>
              <a:t>Identifier consists of four part separated by (_) in the format:</a:t>
            </a:r>
          </a:p>
          <a:p>
            <a:pPr marL="0" indent="0" algn="ctr">
              <a:spcBef>
                <a:spcPts val="600"/>
              </a:spcBef>
              <a:buFontTx/>
              <a:buNone/>
              <a:defRPr/>
            </a:pPr>
            <a:r>
              <a:rPr lang="en-US" altLang="ja-JP" smtClean="0">
                <a:solidFill>
                  <a:srgbClr val="FF0000"/>
                </a:solidFill>
                <a:ea typeface="ＭＳ Ｐゴシック" pitchFamily="50" charset="-128"/>
              </a:rPr>
              <a:t>ProjectCode_CI Name_Current version number</a:t>
            </a:r>
          </a:p>
          <a:p>
            <a:pPr>
              <a:spcBef>
                <a:spcPts val="600"/>
              </a:spcBef>
              <a:defRPr/>
            </a:pPr>
            <a:r>
              <a:rPr lang="en-US" altLang="ja-JP" b="1" smtClean="0">
                <a:ea typeface="ＭＳ Ｐゴシック" pitchFamily="50" charset="-128"/>
              </a:rPr>
              <a:t>The convention of the version</a:t>
            </a:r>
            <a:r>
              <a:rPr lang="en-US" altLang="ja-JP" smtClean="0">
                <a:ea typeface="ＭＳ Ｐゴシック" pitchFamily="50" charset="-128"/>
              </a:rPr>
              <a:t> is </a:t>
            </a:r>
            <a:r>
              <a:rPr lang="en-US" altLang="ja-JP" i="1" smtClean="0">
                <a:ea typeface="ＭＳ Ｐゴシック" pitchFamily="50" charset="-128"/>
              </a:rPr>
              <a:t>maintain as numeric identifier </a:t>
            </a:r>
            <a:r>
              <a:rPr lang="en-US" altLang="ja-JP" smtClean="0">
                <a:ea typeface="ＭＳ Ｐゴシック" pitchFamily="50" charset="-128"/>
              </a:rPr>
              <a:t>with three schemes following:</a:t>
            </a:r>
            <a:endParaRPr lang="en-US" altLang="ja-JP">
              <a:ea typeface="ＭＳ Ｐゴシック" pitchFamily="50" charset="-128"/>
            </a:endParaRPr>
          </a:p>
          <a:p>
            <a:pPr lvl="1">
              <a:spcBef>
                <a:spcPts val="600"/>
              </a:spcBef>
              <a:defRPr/>
            </a:pPr>
            <a:r>
              <a:rPr lang="en-US" altLang="ja-JP">
                <a:ea typeface="ＭＳ Ｐゴシック" pitchFamily="50" charset="-128"/>
              </a:rPr>
              <a:t>vx.x : v1.15</a:t>
            </a:r>
          </a:p>
          <a:p>
            <a:pPr lvl="1">
              <a:spcBef>
                <a:spcPts val="600"/>
              </a:spcBef>
              <a:defRPr/>
            </a:pPr>
            <a:r>
              <a:rPr lang="en-US" altLang="ja-JP">
                <a:ea typeface="ＭＳ Ｐゴシック" pitchFamily="50" charset="-128"/>
              </a:rPr>
              <a:t>YYYYMMDD : 20071017</a:t>
            </a:r>
          </a:p>
          <a:p>
            <a:pPr lvl="1">
              <a:spcBef>
                <a:spcPts val="600"/>
              </a:spcBef>
              <a:defRPr/>
            </a:pPr>
            <a:r>
              <a:rPr lang="en-US" altLang="ja-JP">
                <a:ea typeface="ＭＳ Ｐゴシック" pitchFamily="50" charset="-128"/>
              </a:rPr>
              <a:t>Combined: </a:t>
            </a:r>
            <a:r>
              <a:rPr lang="en-US" altLang="ja-JP" smtClean="0">
                <a:ea typeface="ＭＳ Ｐゴシック" pitchFamily="50" charset="-128"/>
              </a:rPr>
              <a:t>v1.15_20071017</a:t>
            </a:r>
            <a:endParaRPr lang="en-US" altLang="ja-JP">
              <a:ea typeface="ＭＳ Ｐゴシック" pitchFamily="50" charset="-128"/>
            </a:endParaRPr>
          </a:p>
        </p:txBody>
      </p:sp>
      <p:sp>
        <p:nvSpPr>
          <p:cNvPr id="5120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C9ECDA41-4A0B-4ABF-A4B0-A88891D4745B}" type="slidenum">
              <a:rPr lang="ja-JP" altLang="en-US" sz="1000" smtClean="0"/>
              <a:pPr>
                <a:spcBef>
                  <a:spcPct val="0"/>
                </a:spcBef>
                <a:buClrTx/>
                <a:buSzTx/>
                <a:buFontTx/>
                <a:buNone/>
              </a:pPr>
              <a:t>22</a:t>
            </a:fld>
            <a:endParaRPr lang="en-US" altLang="ja-JP" sz="100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sz="3000" smtClean="0"/>
              <a:t>Naming convention</a:t>
            </a:r>
            <a:br>
              <a:rPr lang="en-US" altLang="en-US" sz="3000" smtClean="0"/>
            </a:br>
            <a:r>
              <a:rPr lang="en-US" altLang="en-US" sz="3000" smtClean="0"/>
              <a:t>Version control for documents</a:t>
            </a:r>
            <a:endParaRPr lang="vi-VN" altLang="en-US" sz="3000" smtClean="0"/>
          </a:p>
        </p:txBody>
      </p:sp>
      <p:sp>
        <p:nvSpPr>
          <p:cNvPr id="52227" name="Content Placeholder 1"/>
          <p:cNvSpPr>
            <a:spLocks noGrp="1"/>
          </p:cNvSpPr>
          <p:nvPr>
            <p:ph idx="1"/>
          </p:nvPr>
        </p:nvSpPr>
        <p:spPr>
          <a:xfrm>
            <a:off x="268288" y="1089025"/>
            <a:ext cx="8659812" cy="5148263"/>
          </a:xfrm>
        </p:spPr>
        <p:txBody>
          <a:bodyPr/>
          <a:lstStyle/>
          <a:p>
            <a:pPr algn="just">
              <a:spcBef>
                <a:spcPts val="600"/>
              </a:spcBef>
            </a:pPr>
            <a:r>
              <a:rPr lang="en-US" altLang="ja-JP" smtClean="0">
                <a:ea typeface="ＭＳ Ｐゴシック" panose="020B0600070205080204" pitchFamily="34" charset="-128"/>
              </a:rPr>
              <a:t>Selected scheme may depend on customer requirement.</a:t>
            </a:r>
          </a:p>
          <a:p>
            <a:pPr>
              <a:spcBef>
                <a:spcPts val="600"/>
              </a:spcBef>
            </a:pPr>
            <a:r>
              <a:rPr lang="en-US" altLang="ja-JP" b="1" smtClean="0">
                <a:ea typeface="ＭＳ Ｐゴシック" panose="020B0600070205080204" pitchFamily="34" charset="-128"/>
              </a:rPr>
              <a:t>Examples</a:t>
            </a:r>
            <a:r>
              <a:rPr lang="en-US" altLang="ja-JP" smtClean="0">
                <a:ea typeface="ＭＳ Ｐゴシック" panose="020B0600070205080204" pitchFamily="34" charset="-128"/>
              </a:rPr>
              <a:t>: </a:t>
            </a:r>
          </a:p>
          <a:p>
            <a:pPr marL="574675" lvl="1" indent="0">
              <a:spcBef>
                <a:spcPts val="600"/>
              </a:spcBef>
              <a:buFontTx/>
              <a:buNone/>
            </a:pPr>
            <a:r>
              <a:rPr lang="en-US" altLang="ja-JP" sz="2400" smtClean="0">
                <a:ea typeface="ＭＳ Ｐゴシック" panose="020B0600070205080204" pitchFamily="34" charset="-128"/>
              </a:rPr>
              <a:t>DMS_TestPlan_v1.20, </a:t>
            </a:r>
          </a:p>
          <a:p>
            <a:pPr marL="574675" lvl="1" indent="0">
              <a:spcBef>
                <a:spcPts val="600"/>
              </a:spcBef>
              <a:buFontTx/>
              <a:buNone/>
            </a:pPr>
            <a:r>
              <a:rPr lang="en-US" altLang="ja-JP" sz="2400" smtClean="0">
                <a:ea typeface="ＭＳ Ｐゴシック" panose="020B0600070205080204" pitchFamily="34" charset="-128"/>
              </a:rPr>
              <a:t>DMS_Project_Schedule_20151113</a:t>
            </a:r>
          </a:p>
          <a:p>
            <a:pPr marL="574675" lvl="1" indent="0">
              <a:spcBef>
                <a:spcPts val="600"/>
              </a:spcBef>
              <a:buFontTx/>
              <a:buNone/>
            </a:pPr>
            <a:r>
              <a:rPr lang="en-US" altLang="ja-JP" sz="2400" smtClean="0">
                <a:ea typeface="ＭＳ Ｐゴシック" panose="020B0600070205080204" pitchFamily="34" charset="-128"/>
              </a:rPr>
              <a:t>DMS_Project_Schedule_v1.15_20150210</a:t>
            </a:r>
          </a:p>
          <a:p>
            <a:pPr>
              <a:spcBef>
                <a:spcPts val="600"/>
              </a:spcBef>
            </a:pPr>
            <a:endParaRPr lang="en-US" altLang="en-US" smtClean="0"/>
          </a:p>
        </p:txBody>
      </p:sp>
      <p:sp>
        <p:nvSpPr>
          <p:cNvPr id="5222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FF00E7D8-B224-4314-AE29-041138813AC9}" type="slidenum">
              <a:rPr lang="ja-JP" altLang="en-US" sz="1000" smtClean="0"/>
              <a:pPr>
                <a:spcBef>
                  <a:spcPct val="0"/>
                </a:spcBef>
                <a:buClrTx/>
                <a:buSzTx/>
                <a:buFontTx/>
                <a:buNone/>
              </a:pPr>
              <a:t>23</a:t>
            </a:fld>
            <a:endParaRPr lang="en-US" altLang="ja-JP" sz="100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sz="3000" smtClean="0"/>
              <a:t>Naming convention</a:t>
            </a:r>
            <a:br>
              <a:rPr lang="en-US" altLang="en-US" sz="3000" smtClean="0"/>
            </a:br>
            <a:r>
              <a:rPr lang="en-US" altLang="en-US" sz="3000" smtClean="0"/>
              <a:t>Version numbering for Source code</a:t>
            </a:r>
            <a:endParaRPr lang="vi-VN" altLang="en-US" sz="3000" smtClean="0"/>
          </a:p>
        </p:txBody>
      </p:sp>
      <p:sp>
        <p:nvSpPr>
          <p:cNvPr id="2" name="Content Placeholder 1"/>
          <p:cNvSpPr>
            <a:spLocks noGrp="1"/>
          </p:cNvSpPr>
          <p:nvPr>
            <p:ph idx="1"/>
          </p:nvPr>
        </p:nvSpPr>
        <p:spPr>
          <a:xfrm>
            <a:off x="268288" y="1089025"/>
            <a:ext cx="8659812" cy="5148263"/>
          </a:xfrm>
        </p:spPr>
        <p:txBody>
          <a:bodyPr/>
          <a:lstStyle/>
          <a:p>
            <a:pPr algn="just">
              <a:spcBef>
                <a:spcPts val="600"/>
              </a:spcBef>
              <a:defRPr/>
            </a:pPr>
            <a:r>
              <a:rPr lang="en-US" altLang="ja-JP" smtClean="0">
                <a:ea typeface="ＭＳ Ｐゴシック" pitchFamily="50" charset="-128"/>
              </a:rPr>
              <a:t>The naming convention for each Source code CIs is defined by the </a:t>
            </a:r>
            <a:r>
              <a:rPr lang="en-US" altLang="ja-JP" b="1" smtClean="0">
                <a:ea typeface="ＭＳ Ｐゴシック" pitchFamily="50" charset="-128"/>
              </a:rPr>
              <a:t>project team</a:t>
            </a:r>
            <a:r>
              <a:rPr lang="en-US" altLang="ja-JP" smtClean="0">
                <a:ea typeface="ＭＳ Ｐゴシック" pitchFamily="50" charset="-128"/>
              </a:rPr>
              <a:t>.</a:t>
            </a:r>
          </a:p>
          <a:p>
            <a:pPr algn="just">
              <a:spcBef>
                <a:spcPts val="600"/>
              </a:spcBef>
              <a:defRPr/>
            </a:pPr>
            <a:r>
              <a:rPr lang="en-US" smtClean="0"/>
              <a:t>Software executables and support files are generally identified by name and version number, such as “Main DB v1.0.37896”.</a:t>
            </a:r>
          </a:p>
          <a:p>
            <a:pPr algn="just">
              <a:spcBef>
                <a:spcPts val="600"/>
              </a:spcBef>
              <a:defRPr/>
            </a:pPr>
            <a:r>
              <a:rPr lang="en-US" b="1" smtClean="0"/>
              <a:t>The convention of the version numbering scheme consists of four components:</a:t>
            </a:r>
          </a:p>
          <a:p>
            <a:pPr marL="0" indent="0" algn="ctr">
              <a:spcBef>
                <a:spcPts val="600"/>
              </a:spcBef>
              <a:buFontTx/>
              <a:buNone/>
              <a:defRPr/>
            </a:pPr>
            <a:r>
              <a:rPr lang="en-US" smtClean="0">
                <a:solidFill>
                  <a:srgbClr val="FF0000"/>
                </a:solidFill>
              </a:rPr>
              <a:t>&lt;major release&gt;.&lt;minor release&gt;.&lt;hot fix&gt;.&lt;revision number&gt;</a:t>
            </a:r>
          </a:p>
          <a:p>
            <a:pPr algn="just">
              <a:spcBef>
                <a:spcPts val="600"/>
              </a:spcBef>
              <a:defRPr/>
            </a:pPr>
            <a:r>
              <a:rPr lang="en-US" b="1"/>
              <a:t>Example</a:t>
            </a:r>
            <a:r>
              <a:rPr lang="en-US" b="1" smtClean="0"/>
              <a:t>:</a:t>
            </a:r>
            <a:endParaRPr lang="en-US" b="1"/>
          </a:p>
          <a:p>
            <a:pPr lvl="1" algn="just">
              <a:spcBef>
                <a:spcPts val="600"/>
              </a:spcBef>
              <a:defRPr/>
            </a:pPr>
            <a:r>
              <a:rPr lang="en-US" b="1" smtClean="0"/>
              <a:t>The initial version of the first release is </a:t>
            </a:r>
            <a:r>
              <a:rPr lang="en-US" b="1" smtClean="0">
                <a:solidFill>
                  <a:srgbClr val="FF0000"/>
                </a:solidFill>
              </a:rPr>
              <a:t>1.0.0.130204</a:t>
            </a:r>
            <a:r>
              <a:rPr lang="en-US" b="1" smtClean="0"/>
              <a:t>.</a:t>
            </a:r>
          </a:p>
          <a:p>
            <a:pPr lvl="1" algn="just">
              <a:spcBef>
                <a:spcPts val="600"/>
              </a:spcBef>
              <a:defRPr/>
            </a:pPr>
            <a:r>
              <a:rPr lang="en-US" b="1" smtClean="0"/>
              <a:t>The first release after 5 hot fix is </a:t>
            </a:r>
            <a:r>
              <a:rPr lang="en-US" b="1" smtClean="0">
                <a:solidFill>
                  <a:srgbClr val="FF0000"/>
                </a:solidFill>
              </a:rPr>
              <a:t>1.0.1.130315</a:t>
            </a:r>
            <a:r>
              <a:rPr lang="en-US" b="1" smtClean="0"/>
              <a:t>.</a:t>
            </a:r>
          </a:p>
        </p:txBody>
      </p:sp>
      <p:sp>
        <p:nvSpPr>
          <p:cNvPr id="53252"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3B56A29F-3328-44C4-9C24-03CD85239E07}" type="slidenum">
              <a:rPr lang="ja-JP" altLang="en-US" sz="1000" smtClean="0"/>
              <a:pPr>
                <a:spcBef>
                  <a:spcPct val="0"/>
                </a:spcBef>
                <a:buClrTx/>
                <a:buSzTx/>
                <a:buFontTx/>
                <a:buNone/>
              </a:pPr>
              <a:t>24</a:t>
            </a:fld>
            <a:endParaRPr lang="en-US" altLang="ja-JP" sz="10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3"/>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4"/>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A125D679-FC48-4EB6-89A5-182F2B460B40}" type="slidenum">
              <a:rPr lang="ja-JP" altLang="en-US" sz="1000" smtClean="0"/>
              <a:pPr>
                <a:spcBef>
                  <a:spcPct val="0"/>
                </a:spcBef>
                <a:buClrTx/>
                <a:buSzTx/>
                <a:buFontTx/>
                <a:buNone/>
              </a:pPr>
              <a:t>25</a:t>
            </a:fld>
            <a:endParaRPr lang="en-US" altLang="ja-JP" sz="1000" smtClean="0"/>
          </a:p>
        </p:txBody>
      </p:sp>
      <p:sp>
        <p:nvSpPr>
          <p:cNvPr id="55299" name="Rectangle 2"/>
          <p:cNvSpPr>
            <a:spLocks noGrp="1" noChangeArrowheads="1"/>
          </p:cNvSpPr>
          <p:nvPr>
            <p:ph type="title"/>
          </p:nvPr>
        </p:nvSpPr>
        <p:spPr>
          <a:xfrm>
            <a:off x="1403350" y="228600"/>
            <a:ext cx="7288213" cy="762000"/>
          </a:xfrm>
        </p:spPr>
        <p:txBody>
          <a:bodyPr lIns="92075" tIns="46038" rIns="92075" bIns="46038"/>
          <a:lstStyle/>
          <a:p>
            <a:r>
              <a:rPr lang="en-US" altLang="ja-JP" smtClean="0">
                <a:ea typeface="ＭＳ Ｐゴシック" panose="020B0600070205080204" pitchFamily="34" charset="-128"/>
              </a:rPr>
              <a:t>Level of CI</a:t>
            </a:r>
          </a:p>
        </p:txBody>
      </p:sp>
      <p:sp>
        <p:nvSpPr>
          <p:cNvPr id="55300" name="Rectangle 3"/>
          <p:cNvSpPr>
            <a:spLocks noGrp="1" noChangeArrowheads="1"/>
          </p:cNvSpPr>
          <p:nvPr>
            <p:ph type="body" idx="1"/>
          </p:nvPr>
        </p:nvSpPr>
        <p:spPr>
          <a:xfrm>
            <a:off x="287338" y="1052513"/>
            <a:ext cx="8497887" cy="5364162"/>
          </a:xfrm>
          <a:noFill/>
        </p:spPr>
        <p:txBody>
          <a:bodyPr/>
          <a:lstStyle/>
          <a:p>
            <a:r>
              <a:rPr lang="en-US" altLang="ja-JP" sz="2000" b="1" smtClean="0">
                <a:solidFill>
                  <a:srgbClr val="0000FF"/>
                </a:solidFill>
                <a:ea typeface="ＭＳ Ｐゴシック" panose="020B0600070205080204" pitchFamily="34" charset="-128"/>
              </a:rPr>
              <a:t>Baseline level</a:t>
            </a:r>
          </a:p>
          <a:p>
            <a:pPr lvl="2"/>
            <a:r>
              <a:rPr lang="en-US" altLang="ja-JP" smtClean="0">
                <a:solidFill>
                  <a:srgbClr val="FF0000"/>
                </a:solidFill>
                <a:ea typeface="ＭＳ Ｐゴシック" panose="020B0600070205080204" pitchFamily="34" charset="-128"/>
              </a:rPr>
              <a:t>CIs are defined as products and should identify date for review and approval</a:t>
            </a:r>
            <a:r>
              <a:rPr lang="en-US" altLang="ja-JP" smtClean="0">
                <a:ea typeface="ＭＳ Ｐゴシック" panose="020B0600070205080204" pitchFamily="34" charset="-128"/>
              </a:rPr>
              <a:t>: P</a:t>
            </a:r>
            <a:r>
              <a:rPr lang="fr-FR" altLang="ja-JP" smtClean="0">
                <a:ea typeface="ＭＳ Ｐゴシック" panose="020B0600070205080204" pitchFamily="34" charset="-128"/>
              </a:rPr>
              <a:t>roposal, estimation, project plan document, requirement document, design document, test document, deployment document, source code </a:t>
            </a:r>
            <a:r>
              <a:rPr lang="en-US" altLang="ja-JP" smtClean="0">
                <a:ea typeface="ＭＳ Ｐゴシック" panose="020B0600070205080204" pitchFamily="34" charset="-128"/>
              </a:rPr>
              <a:t>…</a:t>
            </a:r>
          </a:p>
          <a:p>
            <a:r>
              <a:rPr lang="en-US" altLang="ja-JP" sz="2000" b="1" smtClean="0">
                <a:solidFill>
                  <a:srgbClr val="0000FF"/>
                </a:solidFill>
                <a:ea typeface="ＭＳ Ｐゴシック" panose="020B0600070205080204" pitchFamily="34" charset="-128"/>
              </a:rPr>
              <a:t>Management level</a:t>
            </a:r>
          </a:p>
          <a:p>
            <a:pPr lvl="2"/>
            <a:r>
              <a:rPr lang="en-US" altLang="ja-JP" smtClean="0">
                <a:solidFill>
                  <a:srgbClr val="FF0000"/>
                </a:solidFill>
                <a:ea typeface="ＭＳ Ｐゴシック" panose="020B0600070205080204" pitchFamily="34" charset="-128"/>
              </a:rPr>
              <a:t>CIs are created and monitored for management purpose </a:t>
            </a:r>
            <a:r>
              <a:rPr lang="en-US" altLang="ja-JP" smtClean="0">
                <a:ea typeface="ＭＳ Ｐゴシック" panose="020B0600070205080204" pitchFamily="34" charset="-128"/>
              </a:rPr>
              <a:t>and are kept in project folder or by FSoft tools, but not baselined. For example: Project database in Fsoft Insight, Change Request database, Weekly/Milestone reports, …</a:t>
            </a:r>
          </a:p>
          <a:p>
            <a:r>
              <a:rPr lang="en-US" altLang="ja-JP" sz="2000" b="1" smtClean="0">
                <a:solidFill>
                  <a:srgbClr val="0000FF"/>
                </a:solidFill>
                <a:ea typeface="ＭＳ Ｐゴシック" panose="020B0600070205080204" pitchFamily="34" charset="-128"/>
              </a:rPr>
              <a:t>Control level</a:t>
            </a:r>
          </a:p>
          <a:p>
            <a:pPr lvl="2"/>
            <a:r>
              <a:rPr lang="en-US" altLang="ja-JP" smtClean="0">
                <a:ea typeface="ＭＳ Ｐゴシック" panose="020B0600070205080204" pitchFamily="34" charset="-128"/>
              </a:rPr>
              <a:t>CIs of this level are project records such as </a:t>
            </a:r>
            <a:r>
              <a:rPr lang="en-US" altLang="ja-JP" smtClean="0">
                <a:solidFill>
                  <a:srgbClr val="FF0000"/>
                </a:solidFill>
                <a:ea typeface="ＭＳ Ｐゴシック" panose="020B0600070205080204" pitchFamily="34" charset="-128"/>
              </a:rPr>
              <a:t>review/ audit/ inspection checklists</a:t>
            </a:r>
            <a:r>
              <a:rPr lang="en-US" altLang="ja-JP" smtClean="0">
                <a:ea typeface="ＭＳ Ｐゴシック" panose="020B0600070205080204" pitchFamily="34" charset="-128"/>
              </a:rPr>
              <a:t>, meeting minutes, etc. and are kept in project folder only. </a:t>
            </a:r>
          </a:p>
        </p:txBody>
      </p:sp>
    </p:spTree>
  </p:cSld>
  <p:clrMapOvr>
    <a:masterClrMapping/>
  </p:clrMapOvr>
  <p:transition>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r>
              <a:rPr lang="ja-JP" altLang="en-US" sz="1000" smtClean="0">
                <a:latin typeface="Times New Roman" panose="02020603050405020304" pitchFamily="18" charset="0"/>
              </a:rPr>
              <a:t> </a:t>
            </a:r>
            <a:fld id="{CF983823-C6E6-4736-B17C-45181C8A86D0}" type="slidenum">
              <a:rPr lang="ja-JP" altLang="en-US" sz="1000" smtClean="0"/>
              <a:pPr>
                <a:spcBef>
                  <a:spcPct val="0"/>
                </a:spcBef>
                <a:buClrTx/>
                <a:buSzTx/>
                <a:buFontTx/>
                <a:buNone/>
              </a:pPr>
              <a:t>26</a:t>
            </a:fld>
            <a:endParaRPr lang="en-US" altLang="ja-JP" sz="1000" smtClean="0"/>
          </a:p>
        </p:txBody>
      </p:sp>
      <p:sp>
        <p:nvSpPr>
          <p:cNvPr id="57347" name="Rectangle 2"/>
          <p:cNvSpPr>
            <a:spLocks noGrp="1" noChangeArrowheads="1"/>
          </p:cNvSpPr>
          <p:nvPr>
            <p:ph type="title"/>
          </p:nvPr>
        </p:nvSpPr>
        <p:spPr/>
        <p:txBody>
          <a:bodyPr/>
          <a:lstStyle/>
          <a:p>
            <a:r>
              <a:rPr lang="en-US" altLang="ja-JP" smtClean="0">
                <a:ea typeface="ＭＳ Ｐゴシック" panose="020B0600070205080204" pitchFamily="34" charset="-128"/>
              </a:rPr>
              <a:t>Baseline process</a:t>
            </a:r>
            <a:endParaRPr lang="en-GB" altLang="en-US" smtClean="0"/>
          </a:p>
        </p:txBody>
      </p:sp>
      <p:sp>
        <p:nvSpPr>
          <p:cNvPr id="57348" name="Rectangle 3"/>
          <p:cNvSpPr>
            <a:spLocks noChangeArrowheads="1"/>
          </p:cNvSpPr>
          <p:nvPr/>
        </p:nvSpPr>
        <p:spPr bwMode="auto">
          <a:xfrm>
            <a:off x="533400" y="2286000"/>
            <a:ext cx="1905000" cy="1676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Draft Area</a:t>
            </a:r>
            <a:br>
              <a:rPr lang="en-IE" altLang="en-US">
                <a:latin typeface="Times New Roman" panose="02020603050405020304" pitchFamily="18" charset="0"/>
              </a:rPr>
            </a:br>
            <a:r>
              <a:rPr lang="en-IE" altLang="en-US">
                <a:latin typeface="Times New Roman" panose="02020603050405020304" pitchFamily="18" charset="0"/>
              </a:rPr>
              <a:t>(WIP)</a:t>
            </a:r>
            <a:endParaRPr lang="en-GB" altLang="en-US">
              <a:latin typeface="Times New Roman" panose="02020603050405020304" pitchFamily="18" charset="0"/>
            </a:endParaRPr>
          </a:p>
        </p:txBody>
      </p:sp>
      <p:sp>
        <p:nvSpPr>
          <p:cNvPr id="57349" name="Rectangle 4"/>
          <p:cNvSpPr>
            <a:spLocks noChangeArrowheads="1"/>
          </p:cNvSpPr>
          <p:nvPr/>
        </p:nvSpPr>
        <p:spPr bwMode="auto">
          <a:xfrm>
            <a:off x="4419600" y="2286000"/>
            <a:ext cx="1905000" cy="1600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a:latin typeface="Times New Roman" panose="02020603050405020304" pitchFamily="18" charset="0"/>
              </a:rPr>
              <a:t>Baseline area</a:t>
            </a:r>
          </a:p>
          <a:p>
            <a:pPr algn="ctr">
              <a:spcBef>
                <a:spcPct val="0"/>
              </a:spcBef>
              <a:buClrTx/>
              <a:buSzTx/>
              <a:buFontTx/>
              <a:buNone/>
            </a:pPr>
            <a:r>
              <a:rPr lang="en-IE" altLang="en-US">
                <a:latin typeface="Times New Roman" panose="02020603050405020304" pitchFamily="18" charset="0"/>
              </a:rPr>
              <a:t>(Controlled)</a:t>
            </a:r>
            <a:endParaRPr lang="en-GB" altLang="en-US">
              <a:latin typeface="Times New Roman" panose="02020603050405020304" pitchFamily="18" charset="0"/>
            </a:endParaRPr>
          </a:p>
        </p:txBody>
      </p:sp>
      <p:sp>
        <p:nvSpPr>
          <p:cNvPr id="57350" name="Line 5"/>
          <p:cNvSpPr>
            <a:spLocks noChangeShapeType="1"/>
          </p:cNvSpPr>
          <p:nvPr/>
        </p:nvSpPr>
        <p:spPr bwMode="auto">
          <a:xfrm>
            <a:off x="2438400" y="2895600"/>
            <a:ext cx="1981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1" name="Text Box 6"/>
          <p:cNvSpPr txBox="1">
            <a:spLocks noChangeArrowheads="1"/>
          </p:cNvSpPr>
          <p:nvPr/>
        </p:nvSpPr>
        <p:spPr bwMode="auto">
          <a:xfrm>
            <a:off x="2667000" y="23622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Baseline</a:t>
            </a:r>
            <a:endParaRPr lang="en-GB" altLang="en-US">
              <a:latin typeface="Times New Roman" panose="02020603050405020304" pitchFamily="18" charset="0"/>
            </a:endParaRPr>
          </a:p>
        </p:txBody>
      </p:sp>
      <p:sp>
        <p:nvSpPr>
          <p:cNvPr id="57352" name="Line 7"/>
          <p:cNvSpPr>
            <a:spLocks noChangeShapeType="1"/>
          </p:cNvSpPr>
          <p:nvPr/>
        </p:nvSpPr>
        <p:spPr bwMode="auto">
          <a:xfrm flipH="1">
            <a:off x="2438400" y="3581400"/>
            <a:ext cx="1981200" cy="0"/>
          </a:xfrm>
          <a:prstGeom prst="line">
            <a:avLst/>
          </a:prstGeom>
          <a:noFill/>
          <a:ln w="28575">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3" name="Text Box 8"/>
          <p:cNvSpPr txBox="1">
            <a:spLocks noChangeArrowheads="1"/>
          </p:cNvSpPr>
          <p:nvPr/>
        </p:nvSpPr>
        <p:spPr bwMode="auto">
          <a:xfrm>
            <a:off x="2743200" y="3657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Revise</a:t>
            </a:r>
            <a:endParaRPr lang="en-GB" altLang="en-US">
              <a:latin typeface="Times New Roman" panose="02020603050405020304" pitchFamily="18" charset="0"/>
            </a:endParaRPr>
          </a:p>
        </p:txBody>
      </p:sp>
      <p:sp>
        <p:nvSpPr>
          <p:cNvPr id="57354" name="Line 9"/>
          <p:cNvSpPr>
            <a:spLocks noChangeShapeType="1"/>
          </p:cNvSpPr>
          <p:nvPr/>
        </p:nvSpPr>
        <p:spPr bwMode="auto">
          <a:xfrm>
            <a:off x="1447800" y="1828800"/>
            <a:ext cx="0" cy="457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5" name="Text Box 10"/>
          <p:cNvSpPr txBox="1">
            <a:spLocks noChangeArrowheads="1"/>
          </p:cNvSpPr>
          <p:nvPr/>
        </p:nvSpPr>
        <p:spPr bwMode="auto">
          <a:xfrm>
            <a:off x="685800" y="13716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Create CI</a:t>
            </a:r>
            <a:endParaRPr lang="en-GB" altLang="en-US">
              <a:latin typeface="Times New Roman" panose="02020603050405020304" pitchFamily="18" charset="0"/>
            </a:endParaRPr>
          </a:p>
        </p:txBody>
      </p:sp>
      <p:sp>
        <p:nvSpPr>
          <p:cNvPr id="57356" name="Line 11"/>
          <p:cNvSpPr>
            <a:spLocks noChangeShapeType="1"/>
          </p:cNvSpPr>
          <p:nvPr/>
        </p:nvSpPr>
        <p:spPr bwMode="auto">
          <a:xfrm>
            <a:off x="5410200" y="3886200"/>
            <a:ext cx="0" cy="381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57" name="Text Box 12"/>
          <p:cNvSpPr txBox="1">
            <a:spLocks noChangeArrowheads="1"/>
          </p:cNvSpPr>
          <p:nvPr/>
        </p:nvSpPr>
        <p:spPr bwMode="auto">
          <a:xfrm>
            <a:off x="4751388" y="4113213"/>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50000"/>
              </a:spcBef>
              <a:buClrTx/>
              <a:buSzTx/>
              <a:buFontTx/>
              <a:buNone/>
            </a:pPr>
            <a:r>
              <a:rPr lang="en-IE" altLang="en-US">
                <a:latin typeface="Times New Roman" panose="02020603050405020304" pitchFamily="18" charset="0"/>
              </a:rPr>
              <a:t>Release CI</a:t>
            </a:r>
            <a:endParaRPr lang="en-GB" altLang="en-US">
              <a:latin typeface="Times New Roman" panose="02020603050405020304" pitchFamily="18" charset="0"/>
            </a:endParaRPr>
          </a:p>
        </p:txBody>
      </p:sp>
      <p:sp>
        <p:nvSpPr>
          <p:cNvPr id="57358" name="AutoShape 13"/>
          <p:cNvSpPr>
            <a:spLocks noChangeArrowheads="1"/>
          </p:cNvSpPr>
          <p:nvPr/>
        </p:nvSpPr>
        <p:spPr bwMode="auto">
          <a:xfrm>
            <a:off x="4953000" y="1143000"/>
            <a:ext cx="1143000" cy="838200"/>
          </a:xfrm>
          <a:prstGeom prst="flowChartDocument">
            <a:avLst/>
          </a:prstGeom>
          <a:solidFill>
            <a:schemeClr val="bg2"/>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sz="1800">
                <a:latin typeface="Arial" panose="020B0604020202020204" pitchFamily="34" charset="0"/>
              </a:rPr>
              <a:t>Baseline</a:t>
            </a:r>
          </a:p>
          <a:p>
            <a:pPr algn="ctr">
              <a:spcBef>
                <a:spcPct val="0"/>
              </a:spcBef>
              <a:buClrTx/>
              <a:buSzTx/>
              <a:buFontTx/>
              <a:buNone/>
            </a:pPr>
            <a:r>
              <a:rPr lang="en-IE" altLang="en-US" sz="1800">
                <a:latin typeface="Arial" panose="020B0604020202020204" pitchFamily="34" charset="0"/>
              </a:rPr>
              <a:t>Record</a:t>
            </a:r>
            <a:endParaRPr lang="en-GB" altLang="en-US" sz="1800">
              <a:latin typeface="Arial" panose="020B0604020202020204" pitchFamily="34" charset="0"/>
            </a:endParaRPr>
          </a:p>
        </p:txBody>
      </p:sp>
      <p:sp>
        <p:nvSpPr>
          <p:cNvPr id="57359" name="Line 14"/>
          <p:cNvSpPr>
            <a:spLocks noChangeShapeType="1"/>
          </p:cNvSpPr>
          <p:nvPr/>
        </p:nvSpPr>
        <p:spPr bwMode="auto">
          <a:xfrm flipH="1">
            <a:off x="5562600" y="19812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60" name="AutoShape 15"/>
          <p:cNvSpPr>
            <a:spLocks noChangeArrowheads="1"/>
          </p:cNvSpPr>
          <p:nvPr/>
        </p:nvSpPr>
        <p:spPr bwMode="auto">
          <a:xfrm>
            <a:off x="5105400" y="1295400"/>
            <a:ext cx="1143000" cy="838200"/>
          </a:xfrm>
          <a:prstGeom prst="flowChartDocument">
            <a:avLst/>
          </a:prstGeom>
          <a:solidFill>
            <a:schemeClr val="bg2"/>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sz="1800">
                <a:solidFill>
                  <a:srgbClr val="0000FF"/>
                </a:solidFill>
                <a:latin typeface="Arial" panose="020B0604020202020204" pitchFamily="34" charset="0"/>
                <a:hlinkClick r:id="rId4" action="ppaction://hlinkfile"/>
              </a:rPr>
              <a:t>Baseline</a:t>
            </a:r>
          </a:p>
          <a:p>
            <a:pPr algn="ctr">
              <a:spcBef>
                <a:spcPct val="0"/>
              </a:spcBef>
              <a:buClrTx/>
              <a:buSzTx/>
              <a:buFontTx/>
              <a:buNone/>
            </a:pPr>
            <a:r>
              <a:rPr lang="en-IE" altLang="en-US" sz="1800">
                <a:solidFill>
                  <a:srgbClr val="0000FF"/>
                </a:solidFill>
                <a:latin typeface="Arial" panose="020B0604020202020204" pitchFamily="34" charset="0"/>
                <a:hlinkClick r:id="rId4" action="ppaction://hlinkfile"/>
              </a:rPr>
              <a:t>Record</a:t>
            </a:r>
            <a:endParaRPr lang="en-GB" altLang="en-US" sz="1800">
              <a:solidFill>
                <a:srgbClr val="0000FF"/>
              </a:solidFill>
              <a:latin typeface="Arial" panose="020B0604020202020204" pitchFamily="34" charset="0"/>
            </a:endParaRPr>
          </a:p>
        </p:txBody>
      </p:sp>
      <p:sp>
        <p:nvSpPr>
          <p:cNvPr id="57361" name="AutoShape 16"/>
          <p:cNvSpPr>
            <a:spLocks noChangeArrowheads="1"/>
          </p:cNvSpPr>
          <p:nvPr/>
        </p:nvSpPr>
        <p:spPr bwMode="auto">
          <a:xfrm>
            <a:off x="2743200" y="1295400"/>
            <a:ext cx="1143000" cy="838200"/>
          </a:xfrm>
          <a:prstGeom prst="flowChartDocument">
            <a:avLst/>
          </a:prstGeom>
          <a:solidFill>
            <a:schemeClr val="bg2"/>
          </a:solidFill>
          <a:ln w="9525">
            <a:solidFill>
              <a:schemeClr val="tx1"/>
            </a:solidFill>
            <a:miter lim="800000"/>
            <a:headEnd/>
            <a:tailEnd/>
          </a:ln>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lgn="ctr">
              <a:spcBef>
                <a:spcPct val="0"/>
              </a:spcBef>
              <a:buClrTx/>
              <a:buSzTx/>
              <a:buFontTx/>
              <a:buNone/>
            </a:pPr>
            <a:r>
              <a:rPr lang="en-IE" altLang="en-US" sz="1800">
                <a:latin typeface="Arial" panose="020B0604020202020204" pitchFamily="34" charset="0"/>
                <a:hlinkClick r:id="rId5" action="ppaction://hlinkfile"/>
              </a:rPr>
              <a:t>Config</a:t>
            </a:r>
          </a:p>
          <a:p>
            <a:pPr algn="ctr">
              <a:spcBef>
                <a:spcPct val="0"/>
              </a:spcBef>
              <a:buClrTx/>
              <a:buSzTx/>
              <a:buFontTx/>
              <a:buNone/>
            </a:pPr>
            <a:r>
              <a:rPr lang="en-IE" altLang="en-US" sz="1800">
                <a:latin typeface="Arial" panose="020B0604020202020204" pitchFamily="34" charset="0"/>
                <a:hlinkClick r:id="rId5" action="ppaction://hlinkfile"/>
              </a:rPr>
              <a:t>Register</a:t>
            </a:r>
            <a:endParaRPr lang="en-GB" altLang="en-US" sz="1800">
              <a:latin typeface="Arial" panose="020B0604020202020204" pitchFamily="34" charset="0"/>
            </a:endParaRPr>
          </a:p>
        </p:txBody>
      </p:sp>
      <p:sp>
        <p:nvSpPr>
          <p:cNvPr id="57362" name="Line 17"/>
          <p:cNvSpPr>
            <a:spLocks noChangeShapeType="1"/>
          </p:cNvSpPr>
          <p:nvPr/>
        </p:nvSpPr>
        <p:spPr bwMode="auto">
          <a:xfrm flipV="1">
            <a:off x="1752600" y="1600200"/>
            <a:ext cx="990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363" name="Line 18"/>
          <p:cNvSpPr>
            <a:spLocks noChangeShapeType="1"/>
          </p:cNvSpPr>
          <p:nvPr/>
        </p:nvSpPr>
        <p:spPr bwMode="auto">
          <a:xfrm flipH="1" flipV="1">
            <a:off x="3962400" y="1676400"/>
            <a:ext cx="9144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57364" name="Group 19"/>
          <p:cNvGrpSpPr>
            <a:grpSpLocks/>
          </p:cNvGrpSpPr>
          <p:nvPr/>
        </p:nvGrpSpPr>
        <p:grpSpPr bwMode="auto">
          <a:xfrm>
            <a:off x="2514600" y="4545013"/>
            <a:ext cx="6248400" cy="1620837"/>
            <a:chOff x="-3" y="-3"/>
            <a:chExt cx="3734" cy="1300"/>
          </a:xfrm>
        </p:grpSpPr>
        <p:grpSp>
          <p:nvGrpSpPr>
            <p:cNvPr id="57365" name="Group 20"/>
            <p:cNvGrpSpPr>
              <a:grpSpLocks/>
            </p:cNvGrpSpPr>
            <p:nvPr/>
          </p:nvGrpSpPr>
          <p:grpSpPr bwMode="auto">
            <a:xfrm>
              <a:off x="0" y="0"/>
              <a:ext cx="3728" cy="1294"/>
              <a:chOff x="0" y="0"/>
              <a:chExt cx="3728" cy="1294"/>
            </a:xfrm>
          </p:grpSpPr>
          <p:grpSp>
            <p:nvGrpSpPr>
              <p:cNvPr id="57367" name="Group 21"/>
              <p:cNvGrpSpPr>
                <a:grpSpLocks/>
              </p:cNvGrpSpPr>
              <p:nvPr/>
            </p:nvGrpSpPr>
            <p:grpSpPr bwMode="auto">
              <a:xfrm>
                <a:off x="0" y="0"/>
                <a:ext cx="838" cy="374"/>
                <a:chOff x="0" y="0"/>
                <a:chExt cx="838" cy="374"/>
              </a:xfrm>
            </p:grpSpPr>
            <p:sp>
              <p:nvSpPr>
                <p:cNvPr id="57396" name="Rectangle 22"/>
                <p:cNvSpPr>
                  <a:spLocks noChangeArrowheads="1"/>
                </p:cNvSpPr>
                <p:nvPr/>
              </p:nvSpPr>
              <p:spPr bwMode="auto">
                <a:xfrm>
                  <a:off x="0" y="0"/>
                  <a:ext cx="838"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nvGrpSpPr>
                <p:cNvPr id="57397" name="Group 23"/>
                <p:cNvGrpSpPr>
                  <a:grpSpLocks/>
                </p:cNvGrpSpPr>
                <p:nvPr/>
              </p:nvGrpSpPr>
              <p:grpSpPr bwMode="auto">
                <a:xfrm>
                  <a:off x="0" y="0"/>
                  <a:ext cx="838" cy="374"/>
                  <a:chOff x="0" y="0"/>
                  <a:chExt cx="838" cy="374"/>
                </a:xfrm>
              </p:grpSpPr>
              <p:sp>
                <p:nvSpPr>
                  <p:cNvPr id="57398" name="Rectangle 24"/>
                  <p:cNvSpPr>
                    <a:spLocks noChangeArrowheads="1"/>
                  </p:cNvSpPr>
                  <p:nvPr/>
                </p:nvSpPr>
                <p:spPr bwMode="auto">
                  <a:xfrm>
                    <a:off x="43" y="0"/>
                    <a:ext cx="752"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CSCI type</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99" name="Rectangle 25"/>
                  <p:cNvSpPr>
                    <a:spLocks noChangeArrowheads="1"/>
                  </p:cNvSpPr>
                  <p:nvPr/>
                </p:nvSpPr>
                <p:spPr bwMode="auto">
                  <a:xfrm>
                    <a:off x="0" y="0"/>
                    <a:ext cx="838"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grpSp>
            <p:nvGrpSpPr>
              <p:cNvPr id="57368" name="Group 26"/>
              <p:cNvGrpSpPr>
                <a:grpSpLocks/>
              </p:cNvGrpSpPr>
              <p:nvPr/>
            </p:nvGrpSpPr>
            <p:grpSpPr bwMode="auto">
              <a:xfrm>
                <a:off x="838" y="0"/>
                <a:ext cx="1274" cy="374"/>
                <a:chOff x="838" y="0"/>
                <a:chExt cx="1274" cy="374"/>
              </a:xfrm>
            </p:grpSpPr>
            <p:sp>
              <p:nvSpPr>
                <p:cNvPr id="57392" name="Rectangle 27"/>
                <p:cNvSpPr>
                  <a:spLocks noChangeArrowheads="1"/>
                </p:cNvSpPr>
                <p:nvPr/>
              </p:nvSpPr>
              <p:spPr bwMode="auto">
                <a:xfrm>
                  <a:off x="838" y="0"/>
                  <a:ext cx="1274"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nvGrpSpPr>
                <p:cNvPr id="57393" name="Group 28"/>
                <p:cNvGrpSpPr>
                  <a:grpSpLocks/>
                </p:cNvGrpSpPr>
                <p:nvPr/>
              </p:nvGrpSpPr>
              <p:grpSpPr bwMode="auto">
                <a:xfrm>
                  <a:off x="838" y="0"/>
                  <a:ext cx="1274" cy="374"/>
                  <a:chOff x="838" y="0"/>
                  <a:chExt cx="1274" cy="374"/>
                </a:xfrm>
              </p:grpSpPr>
              <p:sp>
                <p:nvSpPr>
                  <p:cNvPr id="57394" name="Rectangle 29"/>
                  <p:cNvSpPr>
                    <a:spLocks noChangeArrowheads="1"/>
                  </p:cNvSpPr>
                  <p:nvPr/>
                </p:nvSpPr>
                <p:spPr bwMode="auto">
                  <a:xfrm>
                    <a:off x="881" y="0"/>
                    <a:ext cx="1188"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Before Baseline point</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95" name="Rectangle 30"/>
                  <p:cNvSpPr>
                    <a:spLocks noChangeArrowheads="1"/>
                  </p:cNvSpPr>
                  <p:nvPr/>
                </p:nvSpPr>
                <p:spPr bwMode="auto">
                  <a:xfrm>
                    <a:off x="838" y="0"/>
                    <a:ext cx="1274"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grpSp>
            <p:nvGrpSpPr>
              <p:cNvPr id="57369" name="Group 31"/>
              <p:cNvGrpSpPr>
                <a:grpSpLocks/>
              </p:cNvGrpSpPr>
              <p:nvPr/>
            </p:nvGrpSpPr>
            <p:grpSpPr bwMode="auto">
              <a:xfrm>
                <a:off x="2112" y="0"/>
                <a:ext cx="1616" cy="374"/>
                <a:chOff x="2112" y="0"/>
                <a:chExt cx="1616" cy="374"/>
              </a:xfrm>
            </p:grpSpPr>
            <p:sp>
              <p:nvSpPr>
                <p:cNvPr id="57388" name="Rectangle 32"/>
                <p:cNvSpPr>
                  <a:spLocks noChangeArrowheads="1"/>
                </p:cNvSpPr>
                <p:nvPr/>
              </p:nvSpPr>
              <p:spPr bwMode="auto">
                <a:xfrm>
                  <a:off x="2112" y="0"/>
                  <a:ext cx="1616"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nvGrpSpPr>
                <p:cNvPr id="57389" name="Group 33"/>
                <p:cNvGrpSpPr>
                  <a:grpSpLocks/>
                </p:cNvGrpSpPr>
                <p:nvPr/>
              </p:nvGrpSpPr>
              <p:grpSpPr bwMode="auto">
                <a:xfrm>
                  <a:off x="2112" y="0"/>
                  <a:ext cx="1616" cy="374"/>
                  <a:chOff x="2112" y="0"/>
                  <a:chExt cx="1616" cy="374"/>
                </a:xfrm>
              </p:grpSpPr>
              <p:sp>
                <p:nvSpPr>
                  <p:cNvPr id="57390" name="Rectangle 34"/>
                  <p:cNvSpPr>
                    <a:spLocks noChangeArrowheads="1"/>
                  </p:cNvSpPr>
                  <p:nvPr/>
                </p:nvSpPr>
                <p:spPr bwMode="auto">
                  <a:xfrm>
                    <a:off x="2155" y="0"/>
                    <a:ext cx="1530" cy="374"/>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At Baseline</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91" name="Rectangle 35"/>
                  <p:cNvSpPr>
                    <a:spLocks noChangeArrowheads="1"/>
                  </p:cNvSpPr>
                  <p:nvPr/>
                </p:nvSpPr>
                <p:spPr bwMode="auto">
                  <a:xfrm>
                    <a:off x="2112" y="0"/>
                    <a:ext cx="1616" cy="37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grpSp>
            <p:nvGrpSpPr>
              <p:cNvPr id="57370" name="Group 36"/>
              <p:cNvGrpSpPr>
                <a:grpSpLocks/>
              </p:cNvGrpSpPr>
              <p:nvPr/>
            </p:nvGrpSpPr>
            <p:grpSpPr bwMode="auto">
              <a:xfrm>
                <a:off x="0" y="374"/>
                <a:ext cx="838" cy="460"/>
                <a:chOff x="0" y="374"/>
                <a:chExt cx="838" cy="460"/>
              </a:xfrm>
            </p:grpSpPr>
            <p:sp>
              <p:nvSpPr>
                <p:cNvPr id="57386" name="Rectangle 37"/>
                <p:cNvSpPr>
                  <a:spLocks noChangeArrowheads="1"/>
                </p:cNvSpPr>
                <p:nvPr/>
              </p:nvSpPr>
              <p:spPr bwMode="auto">
                <a:xfrm>
                  <a:off x="43" y="374"/>
                  <a:ext cx="752"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Source</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87" name="Rectangle 38"/>
                <p:cNvSpPr>
                  <a:spLocks noChangeArrowheads="1"/>
                </p:cNvSpPr>
                <p:nvPr/>
              </p:nvSpPr>
              <p:spPr bwMode="auto">
                <a:xfrm>
                  <a:off x="0" y="374"/>
                  <a:ext cx="838"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nvGrpSpPr>
              <p:cNvPr id="57371" name="Group 39"/>
              <p:cNvGrpSpPr>
                <a:grpSpLocks/>
              </p:cNvGrpSpPr>
              <p:nvPr/>
            </p:nvGrpSpPr>
            <p:grpSpPr bwMode="auto">
              <a:xfrm>
                <a:off x="838" y="374"/>
                <a:ext cx="1274" cy="460"/>
                <a:chOff x="838" y="374"/>
                <a:chExt cx="1274" cy="460"/>
              </a:xfrm>
            </p:grpSpPr>
            <p:sp>
              <p:nvSpPr>
                <p:cNvPr id="57384" name="Rectangle 40"/>
                <p:cNvSpPr>
                  <a:spLocks noChangeArrowheads="1"/>
                </p:cNvSpPr>
                <p:nvPr/>
              </p:nvSpPr>
              <p:spPr bwMode="auto">
                <a:xfrm>
                  <a:off x="881" y="374"/>
                  <a:ext cx="118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Store in a folder of VM Tool</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85" name="Rectangle 41"/>
                <p:cNvSpPr>
                  <a:spLocks noChangeArrowheads="1"/>
                </p:cNvSpPr>
                <p:nvPr/>
              </p:nvSpPr>
              <p:spPr bwMode="auto">
                <a:xfrm>
                  <a:off x="838" y="374"/>
                  <a:ext cx="1274"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nvGrpSpPr>
              <p:cNvPr id="57372" name="Group 42"/>
              <p:cNvGrpSpPr>
                <a:grpSpLocks/>
              </p:cNvGrpSpPr>
              <p:nvPr/>
            </p:nvGrpSpPr>
            <p:grpSpPr bwMode="auto">
              <a:xfrm>
                <a:off x="2112" y="374"/>
                <a:ext cx="1616" cy="460"/>
                <a:chOff x="2112" y="374"/>
                <a:chExt cx="1616" cy="460"/>
              </a:xfrm>
            </p:grpSpPr>
            <p:sp>
              <p:nvSpPr>
                <p:cNvPr id="57382" name="Rectangle 43"/>
                <p:cNvSpPr>
                  <a:spLocks noChangeArrowheads="1"/>
                </p:cNvSpPr>
                <p:nvPr/>
              </p:nvSpPr>
              <p:spPr bwMode="auto">
                <a:xfrm>
                  <a:off x="2155" y="374"/>
                  <a:ext cx="153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Put under common label inside VM repository</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83" name="Rectangle 44"/>
                <p:cNvSpPr>
                  <a:spLocks noChangeArrowheads="1"/>
                </p:cNvSpPr>
                <p:nvPr/>
              </p:nvSpPr>
              <p:spPr bwMode="auto">
                <a:xfrm>
                  <a:off x="2112" y="374"/>
                  <a:ext cx="1616"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nvGrpSpPr>
              <p:cNvPr id="57373" name="Group 45"/>
              <p:cNvGrpSpPr>
                <a:grpSpLocks/>
              </p:cNvGrpSpPr>
              <p:nvPr/>
            </p:nvGrpSpPr>
            <p:grpSpPr bwMode="auto">
              <a:xfrm>
                <a:off x="0" y="834"/>
                <a:ext cx="838" cy="460"/>
                <a:chOff x="0" y="834"/>
                <a:chExt cx="838" cy="460"/>
              </a:xfrm>
            </p:grpSpPr>
            <p:sp>
              <p:nvSpPr>
                <p:cNvPr id="57380" name="Rectangle 46"/>
                <p:cNvSpPr>
                  <a:spLocks noChangeArrowheads="1"/>
                </p:cNvSpPr>
                <p:nvPr/>
              </p:nvSpPr>
              <p:spPr bwMode="auto">
                <a:xfrm>
                  <a:off x="43" y="834"/>
                  <a:ext cx="752"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Binary</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81" name="Rectangle 47"/>
                <p:cNvSpPr>
                  <a:spLocks noChangeArrowheads="1"/>
                </p:cNvSpPr>
                <p:nvPr/>
              </p:nvSpPr>
              <p:spPr bwMode="auto">
                <a:xfrm>
                  <a:off x="0" y="834"/>
                  <a:ext cx="838"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nvGrpSpPr>
              <p:cNvPr id="57374" name="Group 48"/>
              <p:cNvGrpSpPr>
                <a:grpSpLocks/>
              </p:cNvGrpSpPr>
              <p:nvPr/>
            </p:nvGrpSpPr>
            <p:grpSpPr bwMode="auto">
              <a:xfrm>
                <a:off x="838" y="834"/>
                <a:ext cx="1274" cy="460"/>
                <a:chOff x="838" y="834"/>
                <a:chExt cx="1274" cy="460"/>
              </a:xfrm>
            </p:grpSpPr>
            <p:sp>
              <p:nvSpPr>
                <p:cNvPr id="57378" name="Rectangle 49"/>
                <p:cNvSpPr>
                  <a:spLocks noChangeArrowheads="1"/>
                </p:cNvSpPr>
                <p:nvPr/>
              </p:nvSpPr>
              <p:spPr bwMode="auto">
                <a:xfrm>
                  <a:off x="881" y="834"/>
                  <a:ext cx="118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solidFill>
                        <a:srgbClr val="FF0000"/>
                      </a:solidFill>
                      <a:latin typeface="Arial" panose="020B0604020202020204" pitchFamily="34" charset="0"/>
                      <a:ea typeface="ＭＳ Ｐゴシック" panose="020B0600070205080204" pitchFamily="34" charset="-128"/>
                    </a:rPr>
                    <a:t>Store in WIP project folder or in a folder of VM Tool</a:t>
                  </a:r>
                  <a:endParaRPr lang="en-AU" altLang="en-US" sz="1200">
                    <a:solidFill>
                      <a:srgbClr val="FF0000"/>
                    </a:solidFill>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solidFill>
                      <a:srgbClr val="FF0000"/>
                    </a:solidFill>
                    <a:latin typeface="Arial" panose="020B0604020202020204" pitchFamily="34" charset="0"/>
                    <a:ea typeface="ＭＳ Ｐゴシック" panose="020B0600070205080204" pitchFamily="34" charset="-128"/>
                  </a:endParaRPr>
                </a:p>
              </p:txBody>
            </p:sp>
            <p:sp>
              <p:nvSpPr>
                <p:cNvPr id="57379" name="Rectangle 50"/>
                <p:cNvSpPr>
                  <a:spLocks noChangeArrowheads="1"/>
                </p:cNvSpPr>
                <p:nvPr/>
              </p:nvSpPr>
              <p:spPr bwMode="auto">
                <a:xfrm>
                  <a:off x="838" y="834"/>
                  <a:ext cx="1274"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nvGrpSpPr>
              <p:cNvPr id="57375" name="Group 51"/>
              <p:cNvGrpSpPr>
                <a:grpSpLocks/>
              </p:cNvGrpSpPr>
              <p:nvPr/>
            </p:nvGrpSpPr>
            <p:grpSpPr bwMode="auto">
              <a:xfrm>
                <a:off x="2112" y="834"/>
                <a:ext cx="1616" cy="460"/>
                <a:chOff x="2112" y="834"/>
                <a:chExt cx="1616" cy="460"/>
              </a:xfrm>
            </p:grpSpPr>
            <p:sp>
              <p:nvSpPr>
                <p:cNvPr id="57376" name="Rectangle 52"/>
                <p:cNvSpPr>
                  <a:spLocks noChangeArrowheads="1"/>
                </p:cNvSpPr>
                <p:nvPr/>
              </p:nvSpPr>
              <p:spPr bwMode="auto">
                <a:xfrm>
                  <a:off x="2155" y="834"/>
                  <a:ext cx="1530"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C0128"/>
                    </a:buClr>
                    <a:buSzPct val="100000"/>
                    <a:buBlip>
                      <a:blip r:embed="rId2"/>
                    </a:buBlip>
                    <a:tabLst>
                      <a:tab pos="360363" algn="l"/>
                    </a:tabLst>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tabLst>
                      <a:tab pos="360363" algn="l"/>
                    </a:tabLst>
                    <a:defRPr sz="2200">
                      <a:solidFill>
                        <a:schemeClr val="tx1"/>
                      </a:solidFill>
                      <a:latin typeface="Tahoma" panose="020B0604030504040204" pitchFamily="34" charset="0"/>
                    </a:defRPr>
                  </a:lvl2pPr>
                  <a:lvl3pPr marL="1143000" indent="-228600">
                    <a:spcBef>
                      <a:spcPct val="20000"/>
                    </a:spcBef>
                    <a:buChar char="•"/>
                    <a:tabLst>
                      <a:tab pos="360363" algn="l"/>
                    </a:tabLst>
                    <a:defRPr sz="2000">
                      <a:solidFill>
                        <a:schemeClr val="tx1"/>
                      </a:solidFill>
                      <a:latin typeface="Tahoma" panose="020B0604030504040204" pitchFamily="34" charset="0"/>
                    </a:defRPr>
                  </a:lvl3pPr>
                  <a:lvl4pPr marL="1600200" indent="-228600">
                    <a:spcBef>
                      <a:spcPct val="20000"/>
                    </a:spcBef>
                    <a:buChar char="–"/>
                    <a:tabLst>
                      <a:tab pos="360363" algn="l"/>
                    </a:tabLst>
                    <a:defRPr>
                      <a:solidFill>
                        <a:schemeClr val="tx1"/>
                      </a:solidFill>
                      <a:latin typeface="Tahoma" panose="020B0604030504040204" pitchFamily="34" charset="0"/>
                    </a:defRPr>
                  </a:lvl4pPr>
                  <a:lvl5pPr marL="2057400" indent="-228600">
                    <a:spcBef>
                      <a:spcPct val="20000"/>
                    </a:spcBef>
                    <a:buChar char="»"/>
                    <a:tabLst>
                      <a:tab pos="360363" algn="l"/>
                    </a:tabLst>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tabLst>
                      <a:tab pos="360363" algn="l"/>
                    </a:tabLst>
                    <a:defRPr sz="1600">
                      <a:solidFill>
                        <a:schemeClr val="tx1"/>
                      </a:solidFill>
                      <a:latin typeface="Tahoma" panose="020B0604030504040204" pitchFamily="34" charset="0"/>
                    </a:defRPr>
                  </a:lvl9pPr>
                </a:lstStyle>
                <a:p>
                  <a:pPr>
                    <a:spcBef>
                      <a:spcPct val="0"/>
                    </a:spcBef>
                    <a:buClrTx/>
                    <a:buSzTx/>
                    <a:buFontTx/>
                    <a:buNone/>
                  </a:pPr>
                  <a:r>
                    <a:rPr lang="en-US" altLang="ja-JP" sz="1200">
                      <a:latin typeface="Arial" panose="020B0604020202020204" pitchFamily="34" charset="0"/>
                      <a:ea typeface="ＭＳ Ｐゴシック" panose="020B0600070205080204" pitchFamily="34" charset="-128"/>
                    </a:rPr>
                    <a:t>Store in FINAL project sub-directory according to baseline ID</a:t>
                  </a:r>
                  <a:endParaRPr lang="en-AU" altLang="en-US" sz="1200">
                    <a:latin typeface="Arial" panose="020B0604020202020204" pitchFamily="34" charset="0"/>
                    <a:ea typeface="ＭＳ Ｐゴシック" panose="020B0600070205080204" pitchFamily="34" charset="-128"/>
                  </a:endParaRPr>
                </a:p>
                <a:p>
                  <a:pPr>
                    <a:spcBef>
                      <a:spcPct val="0"/>
                    </a:spcBef>
                    <a:buClrTx/>
                    <a:buSzTx/>
                    <a:buFontTx/>
                    <a:buNone/>
                  </a:pPr>
                  <a:endParaRPr lang="en-AU" altLang="en-US" sz="1200">
                    <a:latin typeface="Arial" panose="020B0604020202020204" pitchFamily="34" charset="0"/>
                    <a:ea typeface="ＭＳ Ｐゴシック" panose="020B0600070205080204" pitchFamily="34" charset="-128"/>
                  </a:endParaRPr>
                </a:p>
              </p:txBody>
            </p:sp>
            <p:sp>
              <p:nvSpPr>
                <p:cNvPr id="57377" name="Rectangle 53"/>
                <p:cNvSpPr>
                  <a:spLocks noChangeArrowheads="1"/>
                </p:cNvSpPr>
                <p:nvPr/>
              </p:nvSpPr>
              <p:spPr bwMode="auto">
                <a:xfrm>
                  <a:off x="2112" y="834"/>
                  <a:ext cx="1616" cy="46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grpSp>
        <p:sp>
          <p:nvSpPr>
            <p:cNvPr id="57366" name="Rectangle 54"/>
            <p:cNvSpPr>
              <a:spLocks noChangeArrowheads="1"/>
            </p:cNvSpPr>
            <p:nvPr/>
          </p:nvSpPr>
          <p:spPr bwMode="auto">
            <a:xfrm>
              <a:off x="-3" y="-3"/>
              <a:ext cx="3734" cy="1300"/>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C0128"/>
                </a:buClr>
                <a:buSzPct val="100000"/>
                <a:buBlip>
                  <a:blip r:embed="rId2"/>
                </a:buBlip>
                <a:defRPr sz="2400">
                  <a:solidFill>
                    <a:schemeClr val="tx1"/>
                  </a:solidFill>
                  <a:latin typeface="Tahoma" panose="020B0604030504040204" pitchFamily="34" charset="0"/>
                </a:defRPr>
              </a:lvl1pPr>
              <a:lvl2pPr marL="742950" indent="-285750">
                <a:spcBef>
                  <a:spcPct val="20000"/>
                </a:spcBef>
                <a:buClr>
                  <a:srgbClr val="6338AD"/>
                </a:buClr>
                <a:buSzPct val="75000"/>
                <a:buBlip>
                  <a:blip r:embed="rId3"/>
                </a:buBlip>
                <a:defRPr sz="2200">
                  <a:solidFill>
                    <a:schemeClr val="tx1"/>
                  </a:solidFill>
                  <a:latin typeface="Tahoma" panose="020B0604030504040204" pitchFamily="34" charset="0"/>
                </a:defRPr>
              </a:lvl2pPr>
              <a:lvl3pPr marL="1143000" indent="-228600">
                <a:spcBef>
                  <a:spcPct val="20000"/>
                </a:spcBef>
                <a:buChar char="•"/>
                <a:defRPr sz="2000">
                  <a:solidFill>
                    <a:schemeClr val="tx1"/>
                  </a:solidFill>
                  <a:latin typeface="Tahoma" panose="020B0604030504040204" pitchFamily="34" charset="0"/>
                </a:defRPr>
              </a:lvl3pPr>
              <a:lvl4pPr marL="1600200" indent="-228600">
                <a:spcBef>
                  <a:spcPct val="20000"/>
                </a:spcBef>
                <a:buChar char="–"/>
                <a:defRPr>
                  <a:solidFill>
                    <a:schemeClr val="tx1"/>
                  </a:solidFill>
                  <a:latin typeface="Tahoma" panose="020B0604030504040204" pitchFamily="34" charset="0"/>
                </a:defRPr>
              </a:lvl4pPr>
              <a:lvl5pPr marL="2057400" indent="-228600">
                <a:spcBef>
                  <a:spcPct val="20000"/>
                </a:spcBef>
                <a:buChar char="»"/>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1600">
                  <a:solidFill>
                    <a:schemeClr val="tx1"/>
                  </a:solidFill>
                  <a:latin typeface="Tahoma" panose="020B0604030504040204" pitchFamily="34" charset="0"/>
                </a:defRPr>
              </a:lvl9pPr>
            </a:lstStyle>
            <a:p>
              <a:pPr>
                <a:spcBef>
                  <a:spcPct val="0"/>
                </a:spcBef>
                <a:buClrTx/>
                <a:buSzTx/>
                <a:buFontTx/>
                <a:buNone/>
              </a:pPr>
              <a:endParaRPr lang="vi-VN" altLang="en-US">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152400" y="12700"/>
            <a:ext cx="8839200" cy="790575"/>
          </a:xfrm>
        </p:spPr>
        <p:txBody>
          <a:bodyPr/>
          <a:lstStyle/>
          <a:p>
            <a:r>
              <a:rPr lang="en-US" altLang="ja-JP" smtClean="0">
                <a:ea typeface="ＭＳ Ｐゴシック" panose="020B0600070205080204" pitchFamily="34" charset="-128"/>
              </a:rPr>
              <a:t>Lessons &amp; practices</a:t>
            </a:r>
            <a:endParaRPr lang="en-US" altLang="en-US" smtClean="0"/>
          </a:p>
        </p:txBody>
      </p:sp>
      <p:sp>
        <p:nvSpPr>
          <p:cNvPr id="14339" name="Content Placeholder 2"/>
          <p:cNvSpPr>
            <a:spLocks noGrp="1"/>
          </p:cNvSpPr>
          <p:nvPr>
            <p:ph idx="1"/>
          </p:nvPr>
        </p:nvSpPr>
        <p:spPr/>
        <p:txBody>
          <a:bodyPr/>
          <a:lstStyle/>
          <a:p>
            <a:pPr>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a:buFontTx/>
              <a:buNone/>
              <a:defRPr/>
            </a:pPr>
            <a:r>
              <a:rPr lang="en-US" altLang="en-US" sz="1400" b="1" i="1" smtClean="0">
                <a:solidFill>
                  <a:srgbClr val="0070C0"/>
                </a:solidFill>
              </a:rPr>
              <a:t>More references: </a:t>
            </a:r>
            <a:r>
              <a:rPr lang="vi-VN" altLang="en-US" sz="1400" i="1" smtClean="0">
                <a:solidFill>
                  <a:srgbClr val="0070C0"/>
                </a:solidFill>
              </a:rPr>
              <a:t>Customer comment database, </a:t>
            </a:r>
            <a:r>
              <a:rPr lang="en-US" altLang="en-US" sz="1400" i="1" smtClean="0">
                <a:solidFill>
                  <a:srgbClr val="0070C0"/>
                </a:solidFill>
              </a:rPr>
              <a:t>I</a:t>
            </a:r>
            <a:r>
              <a:rPr lang="vi-VN" altLang="en-US" sz="1400" i="1" smtClean="0">
                <a:solidFill>
                  <a:srgbClr val="0070C0"/>
                </a:solidFill>
              </a:rPr>
              <a:t>ssue database, </a:t>
            </a:r>
            <a:r>
              <a:rPr lang="en-US" altLang="en-US" sz="1400" i="1" smtClean="0">
                <a:solidFill>
                  <a:srgbClr val="0070C0"/>
                </a:solidFill>
              </a:rPr>
              <a:t>L</a:t>
            </a:r>
            <a:r>
              <a:rPr lang="vi-VN" altLang="en-US" sz="1400" i="1" smtClean="0">
                <a:solidFill>
                  <a:srgbClr val="0070C0"/>
                </a:solidFill>
              </a:rPr>
              <a:t>esson &amp;</a:t>
            </a:r>
            <a:r>
              <a:rPr lang="en-US" altLang="en-US" sz="1400" i="1" smtClean="0">
                <a:solidFill>
                  <a:srgbClr val="0070C0"/>
                </a:solidFill>
              </a:rPr>
              <a:t> </a:t>
            </a:r>
            <a:r>
              <a:rPr lang="vi-VN" altLang="en-US" sz="1400" i="1" smtClean="0">
                <a:solidFill>
                  <a:srgbClr val="0070C0"/>
                </a:solidFill>
              </a:rPr>
              <a:t>practice </a:t>
            </a:r>
            <a:endParaRPr lang="en-US" altLang="en-US" sz="1400" i="1" smtClean="0">
              <a:solidFill>
                <a:srgbClr val="0070C0"/>
              </a:solidFill>
            </a:endParaRPr>
          </a:p>
          <a:p>
            <a:pPr>
              <a:buFontTx/>
              <a:buNone/>
              <a:defRPr/>
            </a:pPr>
            <a:r>
              <a:rPr lang="vi-VN" altLang="en-US" sz="1400" i="1" smtClean="0">
                <a:solidFill>
                  <a:srgbClr val="0070C0"/>
                </a:solidFill>
              </a:rPr>
              <a:t>database, Improvement Action database </a:t>
            </a:r>
            <a:r>
              <a:rPr lang="en-US" altLang="en-US" sz="1400" i="1" smtClean="0">
                <a:solidFill>
                  <a:srgbClr val="0070C0"/>
                </a:solidFill>
              </a:rPr>
              <a:t>of Group/Division or from external  project with the </a:t>
            </a:r>
          </a:p>
          <a:p>
            <a:pPr>
              <a:buFontTx/>
              <a:buNone/>
              <a:defRPr/>
            </a:pPr>
            <a:r>
              <a:rPr lang="en-US" altLang="en-US" sz="1400" i="1" smtClean="0">
                <a:solidFill>
                  <a:srgbClr val="0070C0"/>
                </a:solidFill>
              </a:rPr>
              <a:t>same Domain/Technical/Characteristics/Customer.</a:t>
            </a:r>
            <a:endParaRPr lang="vi-VN" altLang="en-US" sz="1400" i="1" smtClean="0">
              <a:solidFill>
                <a:srgbClr val="0070C0"/>
              </a:solidFill>
            </a:endParaRPr>
          </a:p>
          <a:p>
            <a:pPr lvl="1">
              <a:buFontTx/>
              <a:buNone/>
              <a:defRPr/>
            </a:pPr>
            <a:endParaRPr lang="en-US" altLang="en-US" smtClean="0"/>
          </a:p>
        </p:txBody>
      </p:sp>
      <p:graphicFrame>
        <p:nvGraphicFramePr>
          <p:cNvPr id="4" name="Table 3"/>
          <p:cNvGraphicFramePr>
            <a:graphicFrameLocks noGrp="1"/>
          </p:cNvGraphicFramePr>
          <p:nvPr/>
        </p:nvGraphicFramePr>
        <p:xfrm>
          <a:off x="381000" y="990600"/>
          <a:ext cx="8229600" cy="1114425"/>
        </p:xfrm>
        <a:graphic>
          <a:graphicData uri="http://schemas.openxmlformats.org/drawingml/2006/table">
            <a:tbl>
              <a:tblPr/>
              <a:tblGrid>
                <a:gridCol w="457200"/>
                <a:gridCol w="4114800"/>
                <a:gridCol w="1371600"/>
                <a:gridCol w="2286000"/>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Description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Lesson/Practice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Preventive actions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r>
            </a:tbl>
          </a:graphicData>
        </a:graphic>
      </p:graphicFrame>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276225" y="152400"/>
            <a:ext cx="8562975" cy="685800"/>
          </a:xfrm>
        </p:spPr>
        <p:txBody>
          <a:bodyPr/>
          <a:lstStyle/>
          <a:p>
            <a:r>
              <a:rPr lang="en-US" altLang="ja-JP" smtClean="0">
                <a:ea typeface="ＭＳ Ｐゴシック" panose="020B0600070205080204" pitchFamily="34" charset="-128"/>
              </a:rPr>
              <a:t>Risks/Issues</a:t>
            </a:r>
            <a:endParaRPr lang="en-US" altLang="en-US" smtClean="0"/>
          </a:p>
        </p:txBody>
      </p:sp>
      <p:sp>
        <p:nvSpPr>
          <p:cNvPr id="15363" name="Content Placeholder 2"/>
          <p:cNvSpPr>
            <a:spLocks noGrp="1"/>
          </p:cNvSpPr>
          <p:nvPr>
            <p:ph idx="1"/>
          </p:nvPr>
        </p:nvSpPr>
        <p:spPr>
          <a:xfrm>
            <a:off x="285750" y="914400"/>
            <a:ext cx="8553450" cy="4983163"/>
          </a:xfrm>
        </p:spPr>
        <p:txBody>
          <a:bodyPr/>
          <a:lstStyle/>
          <a:p>
            <a:pPr>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a:buFont typeface="Arial" panose="020B0604020202020204" pitchFamily="34" charset="0"/>
              <a:buNone/>
              <a:defRPr/>
            </a:pPr>
            <a:r>
              <a:rPr lang="en-US" altLang="en-US" sz="1400" u="sng" smtClean="0">
                <a:solidFill>
                  <a:srgbClr val="0070C0"/>
                </a:solidFill>
              </a:rPr>
              <a:t>Note:</a:t>
            </a:r>
            <a:r>
              <a:rPr lang="en-US" altLang="en-US" sz="1400" smtClean="0">
                <a:solidFill>
                  <a:srgbClr val="0070C0"/>
                </a:solidFill>
              </a:rPr>
              <a:t> Refer to </a:t>
            </a:r>
            <a:r>
              <a:rPr lang="en-US" altLang="en-US" sz="1400" b="1" i="1" smtClean="0">
                <a:solidFill>
                  <a:srgbClr val="0070C0"/>
                </a:solidFill>
              </a:rPr>
              <a:t>Risk factor chart sheet in </a:t>
            </a:r>
            <a:r>
              <a:rPr lang="en-US" altLang="en-US" sz="1400" b="1" i="1" smtClean="0">
                <a:solidFill>
                  <a:srgbClr val="0070C0"/>
                </a:solidFill>
                <a:hlinkClick r:id="rId2" action="ppaction://hlinkfile"/>
              </a:rPr>
              <a:t>Risk management Template </a:t>
            </a:r>
            <a:r>
              <a:rPr lang="en-US" altLang="en-US" sz="1400" smtClean="0">
                <a:solidFill>
                  <a:srgbClr val="0070C0"/>
                </a:solidFill>
              </a:rPr>
              <a:t>to know  how to define a risk</a:t>
            </a:r>
          </a:p>
        </p:txBody>
      </p:sp>
      <p:graphicFrame>
        <p:nvGraphicFramePr>
          <p:cNvPr id="4" name="Table 3"/>
          <p:cNvGraphicFramePr>
            <a:graphicFrameLocks noGrp="1"/>
          </p:cNvGraphicFramePr>
          <p:nvPr/>
        </p:nvGraphicFramePr>
        <p:xfrm>
          <a:off x="381000" y="914400"/>
          <a:ext cx="8534400" cy="1485900"/>
        </p:xfrm>
        <a:graphic>
          <a:graphicData uri="http://schemas.openxmlformats.org/drawingml/2006/table">
            <a:tbl>
              <a:tblPr/>
              <a:tblGrid>
                <a:gridCol w="263525"/>
                <a:gridCol w="2373313"/>
                <a:gridCol w="944562"/>
                <a:gridCol w="762000"/>
                <a:gridCol w="1981200"/>
                <a:gridCol w="2209800"/>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Description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Risk/Issue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Priority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Impact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rgbClr val="FFFFFF"/>
                          </a:solidFill>
                          <a:effectLst/>
                          <a:latin typeface="Arial" charset="0"/>
                        </a:rPr>
                        <a:t>Solution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0F7F1"/>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666666"/>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0EEE2"/>
                    </a:solidFill>
                  </a:tcPr>
                </a:tc>
              </a:tr>
            </a:tbl>
          </a:graphicData>
        </a:graphic>
      </p:graphicFrame>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276225" y="152400"/>
            <a:ext cx="8562975" cy="685800"/>
          </a:xfrm>
        </p:spPr>
        <p:txBody>
          <a:bodyPr/>
          <a:lstStyle/>
          <a:p>
            <a:r>
              <a:rPr lang="en-US" altLang="ja-JP" smtClean="0">
                <a:ea typeface="ＭＳ Ｐゴシック" panose="020B0600070205080204" pitchFamily="34" charset="-128"/>
              </a:rPr>
              <a:t>Productivity/Quality improvement</a:t>
            </a:r>
            <a:endParaRPr lang="en-US" altLang="en-US" smtClean="0"/>
          </a:p>
        </p:txBody>
      </p:sp>
      <p:sp>
        <p:nvSpPr>
          <p:cNvPr id="16387" name="Content Placeholder 2"/>
          <p:cNvSpPr>
            <a:spLocks noGrp="1"/>
          </p:cNvSpPr>
          <p:nvPr>
            <p:ph idx="1"/>
          </p:nvPr>
        </p:nvSpPr>
        <p:spPr>
          <a:xfrm>
            <a:off x="285750" y="914400"/>
            <a:ext cx="8553450" cy="4983163"/>
          </a:xfrm>
        </p:spPr>
        <p:txBody>
          <a:bodyPr/>
          <a:lstStyle/>
          <a:p>
            <a:pPr>
              <a:defRPr/>
            </a:pPr>
            <a:r>
              <a:rPr lang="en-US" altLang="en-US" smtClean="0"/>
              <a:t>Goal</a:t>
            </a:r>
          </a:p>
          <a:p>
            <a:pPr>
              <a:defRPr/>
            </a:pPr>
            <a:endParaRPr lang="en-US" altLang="en-US" smtClean="0"/>
          </a:p>
          <a:p>
            <a:pPr>
              <a:defRPr/>
            </a:pPr>
            <a:r>
              <a:rPr lang="en-US" altLang="en-US" smtClean="0"/>
              <a:t>Action</a:t>
            </a:r>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a:p>
            <a:pPr lvl="1">
              <a:buFontTx/>
              <a:buNone/>
              <a:defRPr/>
            </a:pPr>
            <a:endParaRPr lang="en-US" altLang="en-US"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914400" y="2590800"/>
            <a:ext cx="6477000" cy="790575"/>
          </a:xfrm>
        </p:spPr>
        <p:txBody>
          <a:bodyPr/>
          <a:lstStyle/>
          <a:p>
            <a:r>
              <a:rPr lang="en-US" altLang="ja-JP" smtClean="0">
                <a:ea typeface="ＭＳ Ｐゴシック" panose="020B0600070205080204" pitchFamily="34" charset="-128"/>
              </a:rPr>
              <a:t>Open discussion</a:t>
            </a:r>
            <a:br>
              <a:rPr lang="en-US" altLang="ja-JP" smtClean="0">
                <a:ea typeface="ＭＳ Ｐゴシック" panose="020B0600070205080204" pitchFamily="34" charset="-128"/>
              </a:rPr>
            </a:br>
            <a:r>
              <a:rPr lang="en-US" altLang="ja-JP" smtClean="0">
                <a:ea typeface="ＭＳ Ｐゴシック" panose="020B0600070205080204" pitchFamily="34" charset="-128"/>
              </a:rPr>
              <a:t>https://riouxsvn.com/</a:t>
            </a:r>
            <a:endParaRPr lang="en-US" altLang="en-US"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152400" y="12700"/>
            <a:ext cx="8839200" cy="790575"/>
          </a:xfrm>
        </p:spPr>
        <p:txBody>
          <a:bodyPr/>
          <a:lstStyle/>
          <a:p>
            <a:r>
              <a:rPr lang="en-US" altLang="en-US" smtClean="0"/>
              <a:t>Review 13-Aug-2015</a:t>
            </a:r>
          </a:p>
        </p:txBody>
      </p:sp>
      <p:sp>
        <p:nvSpPr>
          <p:cNvPr id="18435" name="Content Placeholder 2"/>
          <p:cNvSpPr>
            <a:spLocks noGrp="1"/>
          </p:cNvSpPr>
          <p:nvPr>
            <p:ph idx="1"/>
          </p:nvPr>
        </p:nvSpPr>
        <p:spPr/>
        <p:txBody>
          <a:bodyPr/>
          <a:lstStyle/>
          <a:p>
            <a:pPr>
              <a:defRPr/>
            </a:pPr>
            <a:r>
              <a:rPr lang="en-US" altLang="en-US" smtClean="0"/>
              <a:t>Q &amp; A List</a:t>
            </a:r>
          </a:p>
          <a:p>
            <a:pPr>
              <a:defRPr/>
            </a:pPr>
            <a:r>
              <a:rPr lang="en-US" altLang="en-US" smtClean="0"/>
              <a:t>Architecture Design Doc. Guides</a:t>
            </a:r>
          </a:p>
          <a:p>
            <a:pPr>
              <a:defRPr/>
            </a:pPr>
            <a:r>
              <a:rPr lang="en-US" altLang="en-US" smtClean="0"/>
              <a:t>Synchronizing SVN ~ Eclipse</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304800" y="2590800"/>
            <a:ext cx="8553450" cy="1143000"/>
          </a:xfrm>
        </p:spPr>
        <p:txBody>
          <a:bodyPr/>
          <a:lstStyle/>
          <a:p>
            <a:pPr algn="ctr">
              <a:buFont typeface="Arial" panose="020B0604020202020204" pitchFamily="34" charset="0"/>
              <a:buNone/>
              <a:defRPr/>
            </a:pPr>
            <a:r>
              <a:rPr lang="en-US" altLang="ja-JP" sz="3200" b="1" smtClean="0">
                <a:ea typeface="ＭＳ Ｐゴシック" panose="020B0600070205080204" pitchFamily="34" charset="-128"/>
              </a:rPr>
              <a:t>THANK YOU</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exchange">
  <a:themeElements>
    <a:clrScheme name="exchange 9">
      <a:dk1>
        <a:srgbClr val="666666"/>
      </a:dk1>
      <a:lt1>
        <a:srgbClr val="FFFFFF"/>
      </a:lt1>
      <a:dk2>
        <a:srgbClr val="5F5F5F"/>
      </a:dk2>
      <a:lt2>
        <a:srgbClr val="B5B5B5"/>
      </a:lt2>
      <a:accent1>
        <a:srgbClr val="FF2600"/>
      </a:accent1>
      <a:accent2>
        <a:srgbClr val="A3D1AB"/>
      </a:accent2>
      <a:accent3>
        <a:srgbClr val="FFFFFF"/>
      </a:accent3>
      <a:accent4>
        <a:srgbClr val="565656"/>
      </a:accent4>
      <a:accent5>
        <a:srgbClr val="FFACAA"/>
      </a:accent5>
      <a:accent6>
        <a:srgbClr val="93BD9B"/>
      </a:accent6>
      <a:hlink>
        <a:srgbClr val="5E93AE"/>
      </a:hlink>
      <a:folHlink>
        <a:srgbClr val="FFE387"/>
      </a:folHlink>
    </a:clrScheme>
    <a:fontScheme name="exchan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000" b="0" i="1" u="none" strike="noStrike" cap="none" normalizeH="0" baseline="0" smtClean="0">
            <a:ln>
              <a:noFill/>
            </a:ln>
            <a:solidFill>
              <a:srgbClr val="5E93AE"/>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1000" b="0" i="1" u="none" strike="noStrike" cap="none" normalizeH="0" baseline="0" smtClean="0">
            <a:ln>
              <a:noFill/>
            </a:ln>
            <a:solidFill>
              <a:srgbClr val="5E93AE"/>
            </a:solidFill>
            <a:effectLst/>
            <a:latin typeface="Arial" charset="0"/>
          </a:defRPr>
        </a:defPPr>
      </a:lstStyle>
    </a:lnDef>
  </a:objectDefaults>
  <a:extraClrSchemeLst>
    <a:extraClrScheme>
      <a:clrScheme name="exchang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xchan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xchang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xchang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xchang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xchang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xchang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exchange 8">
        <a:dk1>
          <a:srgbClr val="666666"/>
        </a:dk1>
        <a:lt1>
          <a:srgbClr val="FFFFFF"/>
        </a:lt1>
        <a:dk2>
          <a:srgbClr val="5F5F5F"/>
        </a:dk2>
        <a:lt2>
          <a:srgbClr val="B5B5B5"/>
        </a:lt2>
        <a:accent1>
          <a:srgbClr val="BDF5DD"/>
        </a:accent1>
        <a:accent2>
          <a:srgbClr val="BADDFC"/>
        </a:accent2>
        <a:accent3>
          <a:srgbClr val="FFFFFF"/>
        </a:accent3>
        <a:accent4>
          <a:srgbClr val="565656"/>
        </a:accent4>
        <a:accent5>
          <a:srgbClr val="DBF9EB"/>
        </a:accent5>
        <a:accent6>
          <a:srgbClr val="A8C8E4"/>
        </a:accent6>
        <a:hlink>
          <a:srgbClr val="FF0000"/>
        </a:hlink>
        <a:folHlink>
          <a:srgbClr val="D4BCFA"/>
        </a:folHlink>
      </a:clrScheme>
      <a:clrMap bg1="lt1" tx1="dk1" bg2="lt2" tx2="dk2" accent1="accent1" accent2="accent2" accent3="accent3" accent4="accent4" accent5="accent5" accent6="accent6" hlink="hlink" folHlink="folHlink"/>
    </a:extraClrScheme>
    <a:extraClrScheme>
      <a:clrScheme name="exchange 9">
        <a:dk1>
          <a:srgbClr val="666666"/>
        </a:dk1>
        <a:lt1>
          <a:srgbClr val="FFFFFF"/>
        </a:lt1>
        <a:dk2>
          <a:srgbClr val="5F5F5F"/>
        </a:dk2>
        <a:lt2>
          <a:srgbClr val="B5B5B5"/>
        </a:lt2>
        <a:accent1>
          <a:srgbClr val="FF2600"/>
        </a:accent1>
        <a:accent2>
          <a:srgbClr val="A3D1AB"/>
        </a:accent2>
        <a:accent3>
          <a:srgbClr val="FFFFFF"/>
        </a:accent3>
        <a:accent4>
          <a:srgbClr val="565656"/>
        </a:accent4>
        <a:accent5>
          <a:srgbClr val="FFACAA"/>
        </a:accent5>
        <a:accent6>
          <a:srgbClr val="93BD9B"/>
        </a:accent6>
        <a:hlink>
          <a:srgbClr val="5E93AE"/>
        </a:hlink>
        <a:folHlink>
          <a:srgbClr val="FFE38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plate_Training material">
  <a:themeElements>
    <a:clrScheme name="Template_Training materi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plate_Training material">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Template_Training materi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plate_Training materi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plate_Training materia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plate_Training materia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plate_Training materi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plate_Training materi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plate_Training materi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TemplateUrl xmlns="http://schemas.microsoft.com/sharepoint/v3" xsi:nil="true"/>
    <Number_x0020_Of_x0020_Viewer xmlns="cd6d2771-e08b-42a3-90f8-eca630337659">0</Number_x0020_Of_x0020_Viewer>
    <_SourceUrl xmlns="http://schemas.microsoft.com/sharepoint/v3" xsi:nil="true"/>
    <Priority xmlns="41A7A25E-88C5-415C-AB9A-358CCBEA8A85" xsi:nil="true"/>
    <xd_ProgID xmlns="http://schemas.microsoft.com/sharepoint/v3" xsi:nil="true"/>
    <Order xmlns="http://schemas.microsoft.com/sharepoint/v3" xsi:nil="true"/>
    <_SharedFileIndex xmlns="http://schemas.microsoft.com/sharepoint/v3" xsi:nil="true"/>
    <MetaInfo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EA2A741C5885C41AB9A358CCBEA8A85" ma:contentTypeVersion="4" ma:contentTypeDescription="Create a new document." ma:contentTypeScope="" ma:versionID="1696f36ed93db054fc8f4d62be39c1ae">
  <xsd:schema xmlns:xsd="http://www.w3.org/2001/XMLSchema" xmlns:p="http://schemas.microsoft.com/office/2006/metadata/properties" xmlns:ns1="http://schemas.microsoft.com/sharepoint/v3" xmlns:ns2="41A7A25E-88C5-415C-AB9A-358CCBEA8A85" xmlns:ns3="cd6d2771-e08b-42a3-90f8-eca630337659" targetNamespace="http://schemas.microsoft.com/office/2006/metadata/properties" ma:root="true" ma:fieldsID="bffc5b2d08ab4fb7daf98c77989d8342" ns1:_="" ns2:_="" ns3:_="">
    <xsd:import namespace="http://schemas.microsoft.com/sharepoint/v3"/>
    <xsd:import namespace="41A7A25E-88C5-415C-AB9A-358CCBEA8A85"/>
    <xsd:import namespace="cd6d2771-e08b-42a3-90f8-eca630337659"/>
    <xsd:element name="properties">
      <xsd:complexType>
        <xsd:sequence>
          <xsd:element name="documentManagement">
            <xsd:complexType>
              <xsd:all>
                <xsd:element ref="ns1:_ModerationComments" minOccurs="0"/>
                <xsd:element ref="ns1:File_x0020_Type" minOccurs="0"/>
                <xsd:element ref="ns1:HTML_x0020_File_x0020_Type" minOccurs="0"/>
                <xsd:element ref="ns1:_SourceUrl" minOccurs="0"/>
                <xsd:element ref="ns1:_SharedFileIndex" minOccurs="0"/>
                <xsd:element ref="ns2:Priority" minOccurs="0"/>
                <xsd:element ref="ns1:ContentTypeId" minOccurs="0"/>
                <xsd:element ref="ns1:TemplateUrl" minOccurs="0"/>
                <xsd:element ref="ns1:xd_ProgID" minOccurs="0"/>
                <xsd:element ref="ns1:xd_Signature" minOccurs="0"/>
                <xsd:element ref="ns3:Number_x0020_Of_x0020_Viewer" minOccurs="0"/>
                <xsd:element ref="ns1:ID" minOccurs="0"/>
                <xsd:element ref="ns1:Author" minOccurs="0"/>
                <xsd:element ref="ns1:Editor" minOccurs="0"/>
                <xsd:element ref="ns1:_HasCopyDestinations" minOccurs="0"/>
                <xsd:element ref="ns1:_CopySource" minOccurs="0"/>
                <xsd:element ref="ns1:_ModerationStatus" minOccurs="0"/>
                <xsd:element ref="ns1:FileRef" minOccurs="0"/>
                <xsd:element ref="ns1:FileDirRef" minOccurs="0"/>
                <xsd:element ref="ns1:Last_x0020_Modified" minOccurs="0"/>
                <xsd:element ref="ns1:Created_x0020_Date" minOccurs="0"/>
                <xsd:element ref="ns1:File_x0020_Size" minOccurs="0"/>
                <xsd:element ref="ns1:FSObjType" minOccurs="0"/>
                <xsd:element ref="ns1:CheckedOutUserId" minOccurs="0"/>
                <xsd:element ref="ns1:IsCheckedoutToLocal" minOccurs="0"/>
                <xsd:element ref="ns1:CheckoutUser" minOccurs="0"/>
                <xsd:element ref="ns1:UniqueId" minOccurs="0"/>
                <xsd:element ref="ns1:ProgId" minOccurs="0"/>
                <xsd:element ref="ns1:ScopeId" minOccurs="0"/>
                <xsd:element ref="ns1:VirusStatus" minOccurs="0"/>
                <xsd:element ref="ns1:CheckedOutTitle" minOccurs="0"/>
                <xsd:element ref="ns1:_CheckinComment" minOccurs="0"/>
                <xsd:element ref="ns1:MetaInfo" minOccurs="0"/>
                <xsd:element ref="ns1:_Level" minOccurs="0"/>
                <xsd:element ref="ns1:_IsCurrentVersion" minOccurs="0"/>
                <xsd:element ref="ns1:owshiddenversion" minOccurs="0"/>
                <xsd:element ref="ns1:_UIVersion" minOccurs="0"/>
                <xsd:element ref="ns1:_UIVersionString" minOccurs="0"/>
                <xsd:element ref="ns1:InstanceID" minOccurs="0"/>
                <xsd:element ref="ns1:Order" minOccurs="0"/>
                <xsd:element ref="ns1:GUID" minOccurs="0"/>
                <xsd:element ref="ns1:WorkflowVersion" minOccurs="0"/>
                <xsd:element ref="ns1:WorkflowInstanceID" minOccurs="0"/>
                <xsd:element ref="ns1:ParentVersionString" minOccurs="0"/>
                <xsd:element ref="ns1:ParentLeafName" minOccurs="0"/>
              </xsd:all>
            </xsd:complexType>
          </xsd:element>
        </xsd:sequence>
      </xsd:complexType>
    </xsd:element>
  </xsd:schema>
  <xsd:schema xmlns:xsd="http://www.w3.org/2001/XMLSchema" xmlns:dms="http://schemas.microsoft.com/office/2006/documentManagement/types" targetNamespace="http://schemas.microsoft.com/sharepoint/v3" elementFormDefault="qualified">
    <xsd:import namespace="http://schemas.microsoft.com/office/2006/documentManagement/types"/>
    <xsd:element name="_ModerationComments" ma:index="0" nillable="true" ma:displayName="Approver Comments" ma:hidden="true" ma:internalName="_ModerationComments" ma:readOnly="true">
      <xsd:simpleType>
        <xsd:restriction base="dms:Note"/>
      </xsd:simpleType>
    </xsd:element>
    <xsd:element name="File_x0020_Type" ma:index="4" nillable="true" ma:displayName="File Type" ma:hidden="true" ma:internalName="File_x0020_Type" ma:readOnly="true">
      <xsd:simpleType>
        <xsd:restriction base="dms:Text"/>
      </xsd:simpleType>
    </xsd:element>
    <xsd:element name="HTML_x0020_File_x0020_Type" ma:index="5" nillable="true" ma:displayName="HTML File Type" ma:hidden="true" ma:internalName="HTML_x0020_File_x0020_Type" ma:readOnly="true">
      <xsd:simpleType>
        <xsd:restriction base="dms:Text"/>
      </xsd:simpleType>
    </xsd:element>
    <xsd:element name="_SourceUrl" ma:index="6" nillable="true" ma:displayName="Source Url" ma:hidden="true" ma:internalName="_SourceUrl">
      <xsd:simpleType>
        <xsd:restriction base="dms:Text"/>
      </xsd:simpleType>
    </xsd:element>
    <xsd:element name="_SharedFileIndex" ma:index="7" nillable="true" ma:displayName="Shared File Index" ma:hidden="true" ma:internalName="_SharedFileIndex">
      <xsd:simpleType>
        <xsd:restriction base="dms:Text"/>
      </xsd:simpleType>
    </xsd:element>
    <xsd:element name="ContentTypeId" ma:index="10" nillable="true" ma:displayName="Content Type ID" ma:hidden="true" ma:internalName="ContentTypeId" ma:readOnly="true">
      <xsd:simpleType>
        <xsd:restriction base="dms:Unknown"/>
      </xsd:simpleType>
    </xsd:element>
    <xsd:element name="TemplateUrl" ma:index="11" nillable="true" ma:displayName="Template Link" ma:hidden="true" ma:internalName="TemplateUrl">
      <xsd:simpleType>
        <xsd:restriction base="dms:Text"/>
      </xsd:simpleType>
    </xsd:element>
    <xsd:element name="xd_ProgID" ma:index="12" nillable="true" ma:displayName="Html File Link" ma:hidden="true" ma:internalName="xd_ProgID">
      <xsd:simpleType>
        <xsd:restriction base="dms:Text"/>
      </xsd:simpleType>
    </xsd:element>
    <xsd:element name="xd_Signature" ma:index="13" nillable="true" ma:displayName="Is Signed" ma:hidden="true" ma:internalName="xd_Signature" ma:readOnly="true">
      <xsd:simpleType>
        <xsd:restriction base="dms:Boolean"/>
      </xsd:simpleType>
    </xsd:element>
    <xsd:element name="ID" ma:index="15" nillable="true" ma:displayName="ID" ma:internalName="ID" ma:readOnly="true">
      <xsd:simpleType>
        <xsd:restriction base="dms:Unknown"/>
      </xsd:simpleType>
    </xsd:element>
    <xsd:element name="Author" ma:index="18" nillable="true" ma:displayName="Created By" ma:list="UserInfo" ma:internalName="Author"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 ma:index="20" nillable="true" ma:displayName="Modified By" ma:list="UserInfo" ma:internalName="Editor"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HasCopyDestinations" ma:index="21" nillable="true" ma:displayName="Has Copy Destinations" ma:hidden="true" ma:internalName="_HasCopyDestinations" ma:readOnly="true">
      <xsd:simpleType>
        <xsd:restriction base="dms:Boolean"/>
      </xsd:simpleType>
    </xsd:element>
    <xsd:element name="_CopySource" ma:index="22" nillable="true" ma:displayName="Copy Source" ma:description="" ma:internalName="_CopySource" ma:readOnly="true">
      <xsd:simpleType>
        <xsd:restriction base="dms:Text"/>
      </xsd:simpleType>
    </xsd:element>
    <xsd:element name="_ModerationStatus" ma:index="23" nillable="true" ma:displayName="Approval Status" ma:default="0" ma:hidden="true" ma:internalName="_ModerationStatus" ma:readOnly="true">
      <xsd:simpleType>
        <xsd:restriction base="dms:Unknown"/>
      </xsd:simpleType>
    </xsd:element>
    <xsd:element name="FileRef" ma:index="24" nillable="true" ma:displayName="URL Path" ma:hidden="true" ma:list="Docs" ma:internalName="FileRef" ma:readOnly="true" ma:showField="FullUrl">
      <xsd:simpleType>
        <xsd:restriction base="dms:Lookup"/>
      </xsd:simpleType>
    </xsd:element>
    <xsd:element name="FileDirRef" ma:index="25" nillable="true" ma:displayName="Path" ma:hidden="true" ma:list="Docs" ma:internalName="FileDirRef" ma:readOnly="true" ma:showField="DirName">
      <xsd:simpleType>
        <xsd:restriction base="dms:Lookup"/>
      </xsd:simpleType>
    </xsd:element>
    <xsd:element name="Last_x0020_Modified" ma:index="26" nillable="true" ma:displayName="Modified" ma:format="TRUE" ma:hidden="true" ma:list="Docs" ma:internalName="Last_x0020_Modified" ma:readOnly="true" ma:showField="TimeLastModified">
      <xsd:simpleType>
        <xsd:restriction base="dms:Lookup"/>
      </xsd:simpleType>
    </xsd:element>
    <xsd:element name="Created_x0020_Date" ma:index="27" nillable="true" ma:displayName="Created" ma:format="TRUE" ma:hidden="true" ma:list="Docs" ma:internalName="Created_x0020_Date" ma:readOnly="true" ma:showField="TimeCreated">
      <xsd:simpleType>
        <xsd:restriction base="dms:Lookup"/>
      </xsd:simpleType>
    </xsd:element>
    <xsd:element name="File_x0020_Size" ma:index="28" nillable="true" ma:displayName="File Size" ma:format="TRUE" ma:hidden="true" ma:list="Docs" ma:internalName="File_x0020_Size" ma:readOnly="true" ma:showField="SizeInKB">
      <xsd:simpleType>
        <xsd:restriction base="dms:Lookup"/>
      </xsd:simpleType>
    </xsd:element>
    <xsd:element name="FSObjType" ma:index="29" nillable="true" ma:displayName="Item Type" ma:hidden="true" ma:list="Docs" ma:internalName="FSObjType" ma:readOnly="true" ma:showField="FSType">
      <xsd:simpleType>
        <xsd:restriction base="dms:Lookup"/>
      </xsd:simpleType>
    </xsd:element>
    <xsd:element name="CheckedOutUserId" ma:index="31" nillable="true" ma:displayName="ID of the User who has the item Checked Out" ma:hidden="true" ma:list="Docs" ma:internalName="CheckedOutUserId" ma:readOnly="true" ma:showField="CheckoutUserId">
      <xsd:simpleType>
        <xsd:restriction base="dms:Lookup"/>
      </xsd:simpleType>
    </xsd:element>
    <xsd:element name="IsCheckedoutToLocal" ma:index="32" nillable="true" ma:displayName="Is Checked out to local" ma:hidden="true" ma:list="Docs" ma:internalName="IsCheckedoutToLocal" ma:readOnly="true" ma:showField="IsCheckoutToLocal">
      <xsd:simpleType>
        <xsd:restriction base="dms:Lookup"/>
      </xsd:simpleType>
    </xsd:element>
    <xsd:element name="CheckoutUser" ma:index="33" nillable="true" ma:displayName="Checked Out To" ma:list="UserInfo" ma:internalName="CheckoutUser"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UniqueId" ma:index="34" nillable="true" ma:displayName="Unique Id" ma:hidden="true" ma:list="Docs" ma:internalName="UniqueId" ma:readOnly="true" ma:showField="UniqueId">
      <xsd:simpleType>
        <xsd:restriction base="dms:Lookup"/>
      </xsd:simpleType>
    </xsd:element>
    <xsd:element name="ProgId" ma:index="35" nillable="true" ma:displayName="ProgId" ma:hidden="true" ma:list="Docs" ma:internalName="ProgId" ma:readOnly="true" ma:showField="ProgId">
      <xsd:simpleType>
        <xsd:restriction base="dms:Lookup"/>
      </xsd:simpleType>
    </xsd:element>
    <xsd:element name="ScopeId" ma:index="36" nillable="true" ma:displayName="ScopeId" ma:hidden="true" ma:list="Docs" ma:internalName="ScopeId" ma:readOnly="true" ma:showField="ScopeId">
      <xsd:simpleType>
        <xsd:restriction base="dms:Lookup"/>
      </xsd:simpleType>
    </xsd:element>
    <xsd:element name="VirusStatus" ma:index="37" nillable="true" ma:displayName="Virus Status" ma:format="TRUE" ma:hidden="true" ma:list="Docs" ma:internalName="VirusStatus" ma:readOnly="true" ma:showField="Size">
      <xsd:simpleType>
        <xsd:restriction base="dms:Lookup"/>
      </xsd:simpleType>
    </xsd:element>
    <xsd:element name="CheckedOutTitle" ma:index="38" nillable="true" ma:displayName="Checked Out To" ma:format="TRUE" ma:hidden="true" ma:list="Docs" ma:internalName="CheckedOutTitle" ma:readOnly="true" ma:showField="CheckedOutTitle">
      <xsd:simpleType>
        <xsd:restriction base="dms:Lookup"/>
      </xsd:simpleType>
    </xsd:element>
    <xsd:element name="_CheckinComment" ma:index="39" nillable="true" ma:displayName="Check In Comment" ma:format="TRUE" ma:list="Docs" ma:internalName="_CheckinComment" ma:readOnly="true" ma:showField="CheckinComment">
      <xsd:simpleType>
        <xsd:restriction base="dms:Lookup"/>
      </xsd:simpleType>
    </xsd:element>
    <xsd:element name="MetaInfo" ma:index="50" nillable="true" ma:displayName="Property Bag" ma:hidden="true" ma:list="Docs" ma:internalName="MetaInfo" ma:showField="MetaInfo">
      <xsd:simpleType>
        <xsd:restriction base="dms:Lookup"/>
      </xsd:simpleType>
    </xsd:element>
    <xsd:element name="_Level" ma:index="51" nillable="true" ma:displayName="Level" ma:hidden="true" ma:internalName="_Level" ma:readOnly="true">
      <xsd:simpleType>
        <xsd:restriction base="dms:Unknown"/>
      </xsd:simpleType>
    </xsd:element>
    <xsd:element name="_IsCurrentVersion" ma:index="52" nillable="true" ma:displayName="Is Current Version" ma:hidden="true" ma:internalName="_IsCurrentVersion" ma:readOnly="true">
      <xsd:simpleType>
        <xsd:restriction base="dms:Boolean"/>
      </xsd:simpleType>
    </xsd:element>
    <xsd:element name="owshiddenversion" ma:index="56" nillable="true" ma:displayName="owshiddenversion" ma:hidden="true" ma:internalName="owshiddenversion" ma:readOnly="true">
      <xsd:simpleType>
        <xsd:restriction base="dms:Unknown"/>
      </xsd:simpleType>
    </xsd:element>
    <xsd:element name="_UIVersion" ma:index="57" nillable="true" ma:displayName="UI Version" ma:hidden="true" ma:internalName="_UIVersion" ma:readOnly="true">
      <xsd:simpleType>
        <xsd:restriction base="dms:Unknown"/>
      </xsd:simpleType>
    </xsd:element>
    <xsd:element name="_UIVersionString" ma:index="58" nillable="true" ma:displayName="Version" ma:internalName="_UIVersionString" ma:readOnly="true">
      <xsd:simpleType>
        <xsd:restriction base="dms:Text"/>
      </xsd:simpleType>
    </xsd:element>
    <xsd:element name="InstanceID" ma:index="59" nillable="true" ma:displayName="Instance ID" ma:hidden="true" ma:internalName="InstanceID" ma:readOnly="true">
      <xsd:simpleType>
        <xsd:restriction base="dms:Unknown"/>
      </xsd:simpleType>
    </xsd:element>
    <xsd:element name="Order" ma:index="60" nillable="true" ma:displayName="Order" ma:hidden="true" ma:internalName="Order">
      <xsd:simpleType>
        <xsd:restriction base="dms:Number"/>
      </xsd:simpleType>
    </xsd:element>
    <xsd:element name="GUID" ma:index="61" nillable="true" ma:displayName="GUID" ma:hidden="true" ma:internalName="GUID" ma:readOnly="true">
      <xsd:simpleType>
        <xsd:restriction base="dms:Unknown"/>
      </xsd:simpleType>
    </xsd:element>
    <xsd:element name="WorkflowVersion" ma:index="62" nillable="true" ma:displayName="Workflow Version" ma:hidden="true" ma:internalName="WorkflowVersion" ma:readOnly="true">
      <xsd:simpleType>
        <xsd:restriction base="dms:Unknown"/>
      </xsd:simpleType>
    </xsd:element>
    <xsd:element name="WorkflowInstanceID" ma:index="63" nillable="true" ma:displayName="Workflow Instance ID" ma:hidden="true" ma:internalName="WorkflowInstanceID" ma:readOnly="true">
      <xsd:simpleType>
        <xsd:restriction base="dms:Unknown"/>
      </xsd:simpleType>
    </xsd:element>
    <xsd:element name="ParentVersionString" ma:index="64" nillable="true" ma:displayName="Source Version (Converted Document)" ma:hidden="true" ma:list="Docs" ma:internalName="ParentVersionString" ma:readOnly="true" ma:showField="ParentVersionString">
      <xsd:simpleType>
        <xsd:restriction base="dms:Lookup"/>
      </xsd:simpleType>
    </xsd:element>
    <xsd:element name="ParentLeafName" ma:index="65" nillable="true" ma:displayName="Source Name (Converted Document)" ma:hidden="true" ma:list="Docs" ma:internalName="ParentLeafName" ma:readOnly="true" ma:showField="ParentLeafName">
      <xsd:simpleType>
        <xsd:restriction base="dms:Lookup"/>
      </xsd:simpleType>
    </xsd:element>
  </xsd:schema>
  <xsd:schema xmlns:xsd="http://www.w3.org/2001/XMLSchema" xmlns:dms="http://schemas.microsoft.com/office/2006/documentManagement/types" targetNamespace="41A7A25E-88C5-415C-AB9A-358CCBEA8A85" elementFormDefault="qualified">
    <xsd:import namespace="http://schemas.microsoft.com/office/2006/documentManagement/types"/>
    <xsd:element name="Priority" ma:index="9" nillable="true" ma:displayName="Priority" ma:internalName="Priority">
      <xsd:simpleType>
        <xsd:restriction base="dms:Number"/>
      </xsd:simpleType>
    </xsd:element>
  </xsd:schema>
  <xsd:schema xmlns:xsd="http://www.w3.org/2001/XMLSchema" xmlns:dms="http://schemas.microsoft.com/office/2006/documentManagement/types" targetNamespace="cd6d2771-e08b-42a3-90f8-eca630337659" elementFormDefault="qualified">
    <xsd:import namespace="http://schemas.microsoft.com/office/2006/documentManagement/types"/>
    <xsd:element name="Number_x0020_Of_x0020_Viewer" ma:index="14" nillable="true" ma:displayName="Number Of Viewer" ma:default="0" ma:internalName="Number_x0020_Of_x0020_Viewer">
      <xsd:simpleType>
        <xsd:restriction base="dms:Number"/>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6" ma:displayName="Content Type" ma:readOnly="true"/>
        <xsd:element ref="dc:title" minOccurs="0" maxOccurs="1" ma:index="8"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CB756D32-49B3-49F8-8A73-0A49B6E27495}">
  <ds:schemaRefs>
    <ds:schemaRef ds:uri="http://schemas.microsoft.com/sharepoint/v3"/>
    <ds:schemaRef ds:uri="http://www.w3.org/XML/1998/namespace"/>
    <ds:schemaRef ds:uri="http://schemas.microsoft.com/office/2006/documentManagement/types"/>
    <ds:schemaRef ds:uri="cd6d2771-e08b-42a3-90f8-eca630337659"/>
    <ds:schemaRef ds:uri="http://purl.org/dc/elements/1.1/"/>
    <ds:schemaRef ds:uri="http://purl.org/dc/terms/"/>
    <ds:schemaRef ds:uri="http://purl.org/dc/dcmitype/"/>
    <ds:schemaRef ds:uri="http://schemas.openxmlformats.org/package/2006/metadata/core-properties"/>
    <ds:schemaRef ds:uri="41A7A25E-88C5-415C-AB9A-358CCBEA8A85"/>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E1D907A-4BFA-47EE-B714-5051F58DC6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1A7A25E-88C5-415C-AB9A-358CCBEA8A85"/>
    <ds:schemaRef ds:uri="cd6d2771-e08b-42a3-90f8-eca630337659"/>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exchange</Template>
  <TotalTime>10915</TotalTime>
  <Words>2007</Words>
  <Application>Microsoft Office PowerPoint</Application>
  <PresentationFormat>On-screen Show (4:3)</PresentationFormat>
  <Paragraphs>365</Paragraphs>
  <Slides>32</Slides>
  <Notes>8</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32</vt:i4>
      </vt:variant>
    </vt:vector>
  </HeadingPairs>
  <TitlesOfParts>
    <vt:vector size="44" baseType="lpstr">
      <vt:lpstr>MS PGothic</vt:lpstr>
      <vt:lpstr>MS PGothic</vt:lpstr>
      <vt:lpstr>Arial</vt:lpstr>
      <vt:lpstr>Book Antiqua</vt:lpstr>
      <vt:lpstr>Calibri</vt:lpstr>
      <vt:lpstr>Candara</vt:lpstr>
      <vt:lpstr>Monotype Sorts</vt:lpstr>
      <vt:lpstr>Tahoma</vt:lpstr>
      <vt:lpstr>Times New Roman</vt:lpstr>
      <vt:lpstr>Wingdings</vt:lpstr>
      <vt:lpstr>exchange</vt:lpstr>
      <vt:lpstr>Template_Training material</vt:lpstr>
      <vt:lpstr>PowerPoint Presentation</vt:lpstr>
      <vt:lpstr>Kick-off agenda</vt:lpstr>
      <vt:lpstr>Mock Project Overview (1/2)</vt:lpstr>
      <vt:lpstr>Mock Project Overview (2/2)</vt:lpstr>
      <vt:lpstr>Process Overview</vt:lpstr>
      <vt:lpstr>Project Preparation (1/2)</vt:lpstr>
      <vt:lpstr>Project Preparation (2/2)</vt:lpstr>
      <vt:lpstr>Project Overview (1)</vt:lpstr>
      <vt:lpstr>Project Directory</vt:lpstr>
      <vt:lpstr>CM BASICS</vt:lpstr>
      <vt:lpstr>Agenda</vt:lpstr>
      <vt:lpstr>Objectives</vt:lpstr>
      <vt:lpstr>What is Software Configuration Management?</vt:lpstr>
      <vt:lpstr>Why Software CM ? Proplems</vt:lpstr>
      <vt:lpstr>Why Software  Configuration Management ?</vt:lpstr>
      <vt:lpstr>When Software  Configuration Management ?</vt:lpstr>
      <vt:lpstr>CI Concept</vt:lpstr>
      <vt:lpstr>Categories of CSCI</vt:lpstr>
      <vt:lpstr>CM PROCESS</vt:lpstr>
      <vt:lpstr>CM Process</vt:lpstr>
      <vt:lpstr>Project Directory</vt:lpstr>
      <vt:lpstr>Naming convention Version control for documents</vt:lpstr>
      <vt:lpstr>Naming convention Version control for documents</vt:lpstr>
      <vt:lpstr>Naming convention Version numbering for Source code</vt:lpstr>
      <vt:lpstr>Level of CI</vt:lpstr>
      <vt:lpstr>Baseline process</vt:lpstr>
      <vt:lpstr>Lessons &amp; practices</vt:lpstr>
      <vt:lpstr>Risks/Issues</vt:lpstr>
      <vt:lpstr>Productivity/Quality improvement</vt:lpstr>
      <vt:lpstr>Open discussion https://riouxsvn.com/</vt:lpstr>
      <vt:lpstr>Review 13-Aug-2015</vt:lpstr>
      <vt:lpstr>PowerPoint Presentation</vt:lpstr>
    </vt:vector>
  </TitlesOfParts>
  <Company>FSOFT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DieuNT1</dc:creator>
  <cp:lastModifiedBy>Nguyen Thi Dieu (FA.TOD)</cp:lastModifiedBy>
  <cp:revision>468</cp:revision>
  <dcterms:created xsi:type="dcterms:W3CDTF">2005-01-05T22:49:08Z</dcterms:created>
  <dcterms:modified xsi:type="dcterms:W3CDTF">2020-03-16T07:18:02Z</dcterms:modified>
</cp:coreProperties>
</file>